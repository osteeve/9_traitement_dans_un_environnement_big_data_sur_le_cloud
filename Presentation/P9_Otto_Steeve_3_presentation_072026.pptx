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3" r:id="rId2"/>
  </p:sldMasterIdLst>
  <p:notesMasterIdLst>
    <p:notesMasterId r:id="rId18"/>
  </p:notesMasterIdLst>
  <p:handoutMasterIdLst>
    <p:handoutMasterId r:id="rId19"/>
  </p:handoutMasterIdLst>
  <p:sldIdLst>
    <p:sldId id="256" r:id="rId3"/>
    <p:sldId id="306" r:id="rId4"/>
    <p:sldId id="330" r:id="rId5"/>
    <p:sldId id="375" r:id="rId6"/>
    <p:sldId id="380" r:id="rId7"/>
    <p:sldId id="381" r:id="rId8"/>
    <p:sldId id="383" r:id="rId9"/>
    <p:sldId id="382" r:id="rId10"/>
    <p:sldId id="386" r:id="rId11"/>
    <p:sldId id="385" r:id="rId12"/>
    <p:sldId id="388" r:id="rId13"/>
    <p:sldId id="387" r:id="rId14"/>
    <p:sldId id="389" r:id="rId15"/>
    <p:sldId id="378" r:id="rId16"/>
    <p:sldId id="28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AE86"/>
    <a:srgbClr val="FFFF99"/>
    <a:srgbClr val="CDE0F8"/>
    <a:srgbClr val="FDF0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Style moyen 4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Style léger 2 - Accentuation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0" d="100"/>
          <a:sy n="60" d="100"/>
        </p:scale>
        <p:origin x="840" y="44"/>
      </p:cViewPr>
      <p:guideLst>
        <p:guide orient="horz" pos="2160"/>
        <p:guide pos="37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5" d="100"/>
          <a:sy n="45" d="100"/>
        </p:scale>
        <p:origin x="2760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aggle.com/datasets/moltean/fruits" TargetMode="Externa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7.png"/><Relationship Id="rId1" Type="http://schemas.openxmlformats.org/officeDocument/2006/relationships/image" Target="../media/image26.jp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aggle.com/datasets/moltean/fruits" TargetMode="External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7.png"/><Relationship Id="rId1" Type="http://schemas.openxmlformats.org/officeDocument/2006/relationships/image" Target="../media/image26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6B8BE1-39B8-449F-9BBE-2A4CC7436AE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24237372-51CC-4F50-9440-924360452916}">
      <dgm:prSet phldrT="[Texte]" custT="1"/>
      <dgm:spPr/>
      <dgm:t>
        <a:bodyPr/>
        <a:lstStyle/>
        <a:p>
          <a:pPr>
            <a:buNone/>
          </a:pPr>
          <a:r>
            <a:rPr lang="fr-FR" sz="1400" b="1" u="sng" dirty="0"/>
            <a:t>Projet</a:t>
          </a:r>
          <a:r>
            <a:rPr lang="fr-FR" sz="1400" b="1" u="none" dirty="0"/>
            <a:t> :</a:t>
          </a:r>
        </a:p>
        <a:p>
          <a:pPr>
            <a:buNone/>
          </a:pPr>
          <a:r>
            <a:rPr lang="fr-FR" sz="1400" b="0" dirty="0"/>
            <a:t>- Développer une première chaîne de traitement des données qui comprendra le </a:t>
          </a:r>
          <a:r>
            <a:rPr lang="fr-FR" sz="1400" b="1" dirty="0" err="1"/>
            <a:t>preprocessing</a:t>
          </a:r>
          <a:r>
            <a:rPr lang="fr-FR" sz="1400" b="0" dirty="0"/>
            <a:t> et une étape de </a:t>
          </a:r>
          <a:r>
            <a:rPr lang="fr-FR" sz="1400" b="1" dirty="0"/>
            <a:t>réduction de dimension</a:t>
          </a:r>
          <a:r>
            <a:rPr lang="fr-FR" sz="1400" b="0" dirty="0"/>
            <a:t>.</a:t>
          </a:r>
        </a:p>
        <a:p>
          <a:pPr>
            <a:buFont typeface="Arial" panose="020B0604020202020204" pitchFamily="34" charset="0"/>
            <a:buNone/>
          </a:pPr>
          <a:r>
            <a:rPr lang="fr-FR" sz="1400" b="0" dirty="0"/>
            <a:t>- Tenir compte du fait que le volume de données va augmenter très rapidement après la livraison de ce projet, ce qui implique de:</a:t>
          </a:r>
        </a:p>
        <a:p>
          <a:pPr>
            <a:buNone/>
          </a:pPr>
          <a:r>
            <a:rPr lang="fr-FR" sz="1400" b="0" dirty="0"/>
            <a:t>- Déployer le traitement des données dans un environnement </a:t>
          </a:r>
          <a:r>
            <a:rPr lang="fr-FR" sz="1400" b="1" dirty="0"/>
            <a:t>Big Data</a:t>
          </a:r>
          <a:endParaRPr lang="fr-FR" sz="1400" b="0" dirty="0"/>
        </a:p>
        <a:p>
          <a:pPr>
            <a:buNone/>
          </a:pPr>
          <a:r>
            <a:rPr lang="fr-FR" sz="1400" b="0" dirty="0"/>
            <a:t>- Développer les scripts en </a:t>
          </a:r>
          <a:r>
            <a:rPr lang="fr-FR" sz="1400" b="1" dirty="0" err="1"/>
            <a:t>pyspark</a:t>
          </a:r>
          <a:r>
            <a:rPr lang="fr-FR" sz="1400" b="0" dirty="0"/>
            <a:t> pour effectuer du </a:t>
          </a:r>
          <a:r>
            <a:rPr lang="fr-FR" sz="1400" b="1" dirty="0"/>
            <a:t>calcul distribué</a:t>
          </a:r>
        </a:p>
        <a:p>
          <a:pPr>
            <a:buNone/>
          </a:pPr>
          <a:endParaRPr lang="fr-FR" sz="1400" b="1" dirty="0"/>
        </a:p>
        <a:p>
          <a:pPr>
            <a:buNone/>
          </a:pPr>
          <a:r>
            <a:rPr lang="fr-FR" sz="1400" b="0" u="none" dirty="0"/>
            <a:t>Un Alternant a testé une première approche dans un environnement Big Data AWS EMR : </a:t>
          </a:r>
        </a:p>
        <a:p>
          <a:pPr>
            <a:buNone/>
          </a:pPr>
          <a:r>
            <a:rPr lang="fr-FR" sz="1400" b="1" u="sng" dirty="0"/>
            <a:t>Objectifs</a:t>
          </a:r>
          <a:r>
            <a:rPr lang="fr-FR" sz="1400" b="1" u="none" dirty="0"/>
            <a:t> :</a:t>
          </a:r>
        </a:p>
        <a:p>
          <a:pPr>
            <a:buNone/>
          </a:pPr>
          <a:r>
            <a:rPr lang="fr-FR" sz="1400" b="0" u="none" dirty="0"/>
            <a:t>Compléter la démarche en ajoutant une étape de réduction de dimension en </a:t>
          </a:r>
          <a:r>
            <a:rPr lang="fr-FR" sz="1400" b="0" u="none" dirty="0" err="1"/>
            <a:t>PySpark</a:t>
          </a:r>
          <a:r>
            <a:rPr lang="fr-FR" sz="1400" b="0" u="none" dirty="0"/>
            <a:t>. </a:t>
          </a:r>
        </a:p>
        <a:p>
          <a:pPr>
            <a:buNone/>
          </a:pPr>
          <a:r>
            <a:rPr lang="fr-FR" sz="1400" b="0" u="none" dirty="0"/>
            <a:t>Création d’un environnement Big Data, S3 et EMR.</a:t>
          </a:r>
        </a:p>
        <a:p>
          <a:pPr>
            <a:buNone/>
          </a:pPr>
          <a:endParaRPr lang="fr-FR" sz="1400" b="0" u="none" dirty="0"/>
        </a:p>
      </dgm:t>
    </dgm:pt>
    <dgm:pt modelId="{0D3EBBDD-027B-4560-805D-EA69DCDB477B}" type="parTrans" cxnId="{15926568-F7C6-44BA-9A42-BBC3D6315D79}">
      <dgm:prSet/>
      <dgm:spPr/>
      <dgm:t>
        <a:bodyPr/>
        <a:lstStyle/>
        <a:p>
          <a:endParaRPr lang="fr-FR" sz="1400"/>
        </a:p>
      </dgm:t>
    </dgm:pt>
    <dgm:pt modelId="{C45FDC82-687D-41AA-B9D3-617A87587751}" type="sibTrans" cxnId="{15926568-F7C6-44BA-9A42-BBC3D6315D79}">
      <dgm:prSet/>
      <dgm:spPr/>
      <dgm:t>
        <a:bodyPr/>
        <a:lstStyle/>
        <a:p>
          <a:endParaRPr lang="fr-FR" sz="1400"/>
        </a:p>
      </dgm:t>
    </dgm:pt>
    <dgm:pt modelId="{A09F7278-6337-4F08-984D-EC8D56A9005D}">
      <dgm:prSet phldrT="[Texte]" custT="1"/>
      <dgm:spPr/>
      <dgm:t>
        <a:bodyPr/>
        <a:lstStyle/>
        <a:p>
          <a:r>
            <a:rPr lang="fr-FR" sz="1400" b="1" u="sng" dirty="0"/>
            <a:t>Contexte</a:t>
          </a:r>
          <a:r>
            <a:rPr lang="fr-FR" sz="1400" b="1" u="none" dirty="0"/>
            <a:t> :</a:t>
          </a:r>
        </a:p>
        <a:p>
          <a:r>
            <a:rPr lang="fr-FR" sz="1400" b="0" dirty="0"/>
            <a:t>La start-up de l'</a:t>
          </a:r>
          <a:r>
            <a:rPr lang="fr-FR" sz="1400" b="0" dirty="0" err="1"/>
            <a:t>AgriTech</a:t>
          </a:r>
          <a:r>
            <a:rPr lang="fr-FR" sz="1400" b="0" dirty="0"/>
            <a:t>, « </a:t>
          </a:r>
          <a:r>
            <a:rPr lang="fr-FR" sz="1400" b="1" dirty="0"/>
            <a:t>Fruits </a:t>
          </a:r>
          <a:r>
            <a:rPr lang="fr-FR" sz="1400" b="0" dirty="0"/>
            <a:t>» souhaite mettre à disposition du grand public une </a:t>
          </a:r>
          <a:r>
            <a:rPr lang="fr-FR" sz="1400" b="1" dirty="0"/>
            <a:t>application mobile</a:t>
          </a:r>
          <a:r>
            <a:rPr lang="fr-FR" sz="1400" b="0" dirty="0"/>
            <a:t> qui permettrait aux utilisateurs de prendre en photo un fruit et d'obtenir des informations sur ce fruit.</a:t>
          </a:r>
        </a:p>
        <a:p>
          <a:r>
            <a:rPr lang="fr-FR" sz="1400" b="0" dirty="0"/>
            <a:t>Le développement de l’application mobile permettra de construire une première version de l'architecture </a:t>
          </a:r>
          <a:r>
            <a:rPr lang="fr-FR" sz="1400" b="1" dirty="0"/>
            <a:t>Big Data</a:t>
          </a:r>
          <a:r>
            <a:rPr lang="fr-FR" sz="1400" b="0" dirty="0"/>
            <a:t> nécessaire.</a:t>
          </a:r>
          <a:endParaRPr lang="fr-FR" sz="1400" b="0" u="none" dirty="0"/>
        </a:p>
      </dgm:t>
    </dgm:pt>
    <dgm:pt modelId="{062405FF-516C-4F94-9BD1-E4D20A72E6A9}" type="sibTrans" cxnId="{6C571795-0C4E-48D4-B5C4-2D56101F4231}">
      <dgm:prSet/>
      <dgm:spPr/>
      <dgm:t>
        <a:bodyPr/>
        <a:lstStyle/>
        <a:p>
          <a:endParaRPr lang="fr-FR" sz="1400"/>
        </a:p>
      </dgm:t>
    </dgm:pt>
    <dgm:pt modelId="{687E22A5-A6A8-4FA5-B8A8-060C56075CB6}" type="parTrans" cxnId="{6C571795-0C4E-48D4-B5C4-2D56101F4231}">
      <dgm:prSet/>
      <dgm:spPr/>
      <dgm:t>
        <a:bodyPr/>
        <a:lstStyle/>
        <a:p>
          <a:endParaRPr lang="fr-FR" sz="1400"/>
        </a:p>
      </dgm:t>
    </dgm:pt>
    <dgm:pt modelId="{0AF9209F-7D64-480C-8193-A0CD5EB288AD}">
      <dgm:prSet phldrT="[Texte]" custT="1"/>
      <dgm:spPr/>
      <dgm:t>
        <a:bodyPr/>
        <a:lstStyle/>
        <a:p>
          <a:endParaRPr lang="fr-FR" sz="1400" dirty="0"/>
        </a:p>
      </dgm:t>
    </dgm:pt>
    <dgm:pt modelId="{56DC4D37-FA51-4BCA-B338-B2E052134FD8}" type="parTrans" cxnId="{689196A5-8713-4F76-AE33-D2633E279B97}">
      <dgm:prSet/>
      <dgm:spPr/>
      <dgm:t>
        <a:bodyPr/>
        <a:lstStyle/>
        <a:p>
          <a:endParaRPr lang="fr-FR" sz="1400"/>
        </a:p>
      </dgm:t>
    </dgm:pt>
    <dgm:pt modelId="{EB061BBF-C8AA-43F2-9334-0E24AAAE7714}" type="sibTrans" cxnId="{689196A5-8713-4F76-AE33-D2633E279B97}">
      <dgm:prSet/>
      <dgm:spPr/>
      <dgm:t>
        <a:bodyPr/>
        <a:lstStyle/>
        <a:p>
          <a:endParaRPr lang="fr-FR" sz="1400"/>
        </a:p>
      </dgm:t>
    </dgm:pt>
    <dgm:pt modelId="{DBEF54E5-801E-48FA-91C3-5AEA9B86C755}">
      <dgm:prSet phldrT="[Texte]" custT="1"/>
      <dgm:spPr/>
      <dgm:t>
        <a:bodyPr/>
        <a:lstStyle/>
        <a:p>
          <a:pPr>
            <a:lnSpc>
              <a:spcPct val="90000"/>
            </a:lnSpc>
          </a:pPr>
          <a:r>
            <a:rPr lang="fr-FR" sz="1400" b="1" u="sng" dirty="0"/>
            <a:t>Data</a:t>
          </a:r>
          <a:r>
            <a:rPr lang="fr-FR" sz="1400" b="1" u="none" dirty="0"/>
            <a:t> </a:t>
          </a:r>
          <a:r>
            <a:rPr lang="fr-FR" sz="1400" u="none" dirty="0"/>
            <a:t>:  </a:t>
          </a:r>
          <a:r>
            <a:rPr lang="fr-FR" sz="1400" u="none" dirty="0">
              <a:hlinkClick xmlns:r="http://schemas.openxmlformats.org/officeDocument/2006/relationships" r:id="rId1"/>
            </a:rPr>
            <a:t>jeu de données</a:t>
          </a:r>
          <a:r>
            <a:rPr lang="fr-FR" sz="1400" u="none" dirty="0"/>
            <a:t> (</a:t>
          </a:r>
          <a:r>
            <a:rPr lang="fr-FR" sz="1400" u="none" dirty="0">
              <a:hlinkClick xmlns:r="http://schemas.openxmlformats.org/officeDocument/2006/relationships" r:id="rId1"/>
            </a:rPr>
            <a:t>https://www.kaggle.com/datasets/moltean/fruits</a:t>
          </a:r>
          <a:r>
            <a:rPr lang="fr-FR" sz="1400" u="none" dirty="0"/>
            <a:t>)</a:t>
          </a:r>
        </a:p>
        <a:p>
          <a:pPr>
            <a:lnSpc>
              <a:spcPct val="90000"/>
            </a:lnSpc>
          </a:pPr>
          <a:r>
            <a:rPr lang="en-US" sz="1400" b="0" dirty="0"/>
            <a:t>Test set size: 22688 images (one fruit or vegetable per image)</a:t>
          </a:r>
        </a:p>
        <a:p>
          <a:pPr>
            <a:lnSpc>
              <a:spcPct val="90000"/>
            </a:lnSpc>
          </a:pPr>
          <a:r>
            <a:rPr lang="fr-FR" sz="1400" b="0" dirty="0"/>
            <a:t>Image size: 100x100 pixels.</a:t>
          </a:r>
          <a:endParaRPr lang="fr-FR" sz="1400" u="none" dirty="0"/>
        </a:p>
        <a:p>
          <a:pPr>
            <a:lnSpc>
              <a:spcPct val="90000"/>
            </a:lnSpc>
          </a:pPr>
          <a:r>
            <a:rPr lang="fr-FR" sz="1400" b="1" i="0" u="sng" dirty="0"/>
            <a:t>Notebook de l’alternant</a:t>
          </a:r>
          <a:r>
            <a:rPr lang="fr-FR" sz="1400" b="1" i="0" u="none" dirty="0"/>
            <a:t> </a:t>
          </a:r>
          <a:endParaRPr lang="fr-FR" sz="1400" b="1" i="0" u="sng" dirty="0"/>
        </a:p>
        <a:p>
          <a:pPr>
            <a:lnSpc>
              <a:spcPct val="90000"/>
            </a:lnSpc>
          </a:pPr>
          <a:endParaRPr lang="fr-FR" sz="1400" dirty="0"/>
        </a:p>
      </dgm:t>
    </dgm:pt>
    <dgm:pt modelId="{FE78F06F-E8D9-42B1-BA85-C6A37245B55B}" type="parTrans" cxnId="{164E624A-71AD-4347-A41A-C7B95D23537F}">
      <dgm:prSet/>
      <dgm:spPr/>
      <dgm:t>
        <a:bodyPr/>
        <a:lstStyle/>
        <a:p>
          <a:endParaRPr lang="fr-FR" sz="1400"/>
        </a:p>
      </dgm:t>
    </dgm:pt>
    <dgm:pt modelId="{38564D41-0409-40BB-9846-B7FCCB0FAEE6}" type="sibTrans" cxnId="{164E624A-71AD-4347-A41A-C7B95D23537F}">
      <dgm:prSet/>
      <dgm:spPr/>
      <dgm:t>
        <a:bodyPr/>
        <a:lstStyle/>
        <a:p>
          <a:endParaRPr lang="fr-FR" sz="1400"/>
        </a:p>
      </dgm:t>
    </dgm:pt>
    <dgm:pt modelId="{4805C688-2FA0-48C6-BADF-FCB13C71DCD0}" type="pres">
      <dgm:prSet presAssocID="{B36B8BE1-39B8-449F-9BBE-2A4CC7436AEC}" presName="vert0" presStyleCnt="0">
        <dgm:presLayoutVars>
          <dgm:dir/>
          <dgm:animOne val="branch"/>
          <dgm:animLvl val="lvl"/>
        </dgm:presLayoutVars>
      </dgm:prSet>
      <dgm:spPr/>
    </dgm:pt>
    <dgm:pt modelId="{9C3C97A9-A7FD-4776-806C-4F5B7B89D612}" type="pres">
      <dgm:prSet presAssocID="{0AF9209F-7D64-480C-8193-A0CD5EB288AD}" presName="thickLine" presStyleLbl="alignNode1" presStyleIdx="0" presStyleCnt="1"/>
      <dgm:spPr/>
    </dgm:pt>
    <dgm:pt modelId="{9A14A2E3-9F0C-4DC0-8DD3-CA3C111F759F}" type="pres">
      <dgm:prSet presAssocID="{0AF9209F-7D64-480C-8193-A0CD5EB288AD}" presName="horz1" presStyleCnt="0"/>
      <dgm:spPr/>
    </dgm:pt>
    <dgm:pt modelId="{F32028D4-1FA7-4467-AF04-97BBB13725F5}" type="pres">
      <dgm:prSet presAssocID="{0AF9209F-7D64-480C-8193-A0CD5EB288AD}" presName="tx1" presStyleLbl="revTx" presStyleIdx="0" presStyleCnt="4"/>
      <dgm:spPr/>
    </dgm:pt>
    <dgm:pt modelId="{720ED282-58CF-4649-8953-6AA59CEC2105}" type="pres">
      <dgm:prSet presAssocID="{0AF9209F-7D64-480C-8193-A0CD5EB288AD}" presName="vert1" presStyleCnt="0"/>
      <dgm:spPr/>
    </dgm:pt>
    <dgm:pt modelId="{E3BD6266-84A1-4932-A8CC-CA7F03F54626}" type="pres">
      <dgm:prSet presAssocID="{A09F7278-6337-4F08-984D-EC8D56A9005D}" presName="vertSpace2a" presStyleCnt="0"/>
      <dgm:spPr/>
    </dgm:pt>
    <dgm:pt modelId="{4282421D-16B9-48A6-B0BE-160BFE143996}" type="pres">
      <dgm:prSet presAssocID="{A09F7278-6337-4F08-984D-EC8D56A9005D}" presName="horz2" presStyleCnt="0"/>
      <dgm:spPr/>
    </dgm:pt>
    <dgm:pt modelId="{379BD86E-6C03-453B-B072-92D02EC45D32}" type="pres">
      <dgm:prSet presAssocID="{A09F7278-6337-4F08-984D-EC8D56A9005D}" presName="horzSpace2" presStyleCnt="0"/>
      <dgm:spPr/>
    </dgm:pt>
    <dgm:pt modelId="{E4C12C7E-CD5A-4BFC-93EF-F0FFDC011B8E}" type="pres">
      <dgm:prSet presAssocID="{A09F7278-6337-4F08-984D-EC8D56A9005D}" presName="tx2" presStyleLbl="revTx" presStyleIdx="1" presStyleCnt="4" custScaleX="196725" custScaleY="79360"/>
      <dgm:spPr/>
    </dgm:pt>
    <dgm:pt modelId="{1D5AFF27-5168-478E-96CD-FCE4613DE143}" type="pres">
      <dgm:prSet presAssocID="{A09F7278-6337-4F08-984D-EC8D56A9005D}" presName="vert2" presStyleCnt="0"/>
      <dgm:spPr/>
    </dgm:pt>
    <dgm:pt modelId="{B77F2C4D-3677-4150-8D11-AEEE7D1313B8}" type="pres">
      <dgm:prSet presAssocID="{A09F7278-6337-4F08-984D-EC8D56A9005D}" presName="thinLine2b" presStyleLbl="callout" presStyleIdx="0" presStyleCnt="3"/>
      <dgm:spPr/>
    </dgm:pt>
    <dgm:pt modelId="{430A6B44-B3E2-4C5B-A613-1B3E382D83FC}" type="pres">
      <dgm:prSet presAssocID="{A09F7278-6337-4F08-984D-EC8D56A9005D}" presName="vertSpace2b" presStyleCnt="0"/>
      <dgm:spPr/>
    </dgm:pt>
    <dgm:pt modelId="{CAC5BC9B-CCD3-48DD-BDD1-8FA3FD892A03}" type="pres">
      <dgm:prSet presAssocID="{24237372-51CC-4F50-9440-924360452916}" presName="horz2" presStyleCnt="0"/>
      <dgm:spPr/>
    </dgm:pt>
    <dgm:pt modelId="{E327B502-AAA4-4D53-8708-DE8EE139D182}" type="pres">
      <dgm:prSet presAssocID="{24237372-51CC-4F50-9440-924360452916}" presName="horzSpace2" presStyleCnt="0"/>
      <dgm:spPr/>
    </dgm:pt>
    <dgm:pt modelId="{F8E08BB8-1B02-4177-AC4D-1B31E44F2E8E}" type="pres">
      <dgm:prSet presAssocID="{24237372-51CC-4F50-9440-924360452916}" presName="tx2" presStyleLbl="revTx" presStyleIdx="2" presStyleCnt="4" custScaleX="169751" custScaleY="225160"/>
      <dgm:spPr/>
    </dgm:pt>
    <dgm:pt modelId="{C5C0863F-3C05-4E9F-AE51-741944C6DDD8}" type="pres">
      <dgm:prSet presAssocID="{24237372-51CC-4F50-9440-924360452916}" presName="vert2" presStyleCnt="0"/>
      <dgm:spPr/>
    </dgm:pt>
    <dgm:pt modelId="{E7B41594-A659-4D96-B1F2-B1C8930BBAE3}" type="pres">
      <dgm:prSet presAssocID="{24237372-51CC-4F50-9440-924360452916}" presName="thinLine2b" presStyleLbl="callout" presStyleIdx="1" presStyleCnt="3"/>
      <dgm:spPr/>
    </dgm:pt>
    <dgm:pt modelId="{25842D99-DE38-4359-877E-AA86BF16219B}" type="pres">
      <dgm:prSet presAssocID="{24237372-51CC-4F50-9440-924360452916}" presName="vertSpace2b" presStyleCnt="0"/>
      <dgm:spPr/>
    </dgm:pt>
    <dgm:pt modelId="{89325B97-1C82-4E1F-8DDF-50F425495D42}" type="pres">
      <dgm:prSet presAssocID="{DBEF54E5-801E-48FA-91C3-5AEA9B86C755}" presName="horz2" presStyleCnt="0"/>
      <dgm:spPr/>
    </dgm:pt>
    <dgm:pt modelId="{73E7691B-D9D3-4C3D-98B1-DF8FDA471BD3}" type="pres">
      <dgm:prSet presAssocID="{DBEF54E5-801E-48FA-91C3-5AEA9B86C755}" presName="horzSpace2" presStyleCnt="0"/>
      <dgm:spPr/>
    </dgm:pt>
    <dgm:pt modelId="{116FB7BB-F280-4F56-B5C0-0970C7C56368}" type="pres">
      <dgm:prSet presAssocID="{DBEF54E5-801E-48FA-91C3-5AEA9B86C755}" presName="tx2" presStyleLbl="revTx" presStyleIdx="3" presStyleCnt="4" custScaleY="103688"/>
      <dgm:spPr/>
    </dgm:pt>
    <dgm:pt modelId="{6997429F-1878-4C4A-AD87-CB9649C1C07C}" type="pres">
      <dgm:prSet presAssocID="{DBEF54E5-801E-48FA-91C3-5AEA9B86C755}" presName="vert2" presStyleCnt="0"/>
      <dgm:spPr/>
    </dgm:pt>
    <dgm:pt modelId="{0EA8DF1D-7ED5-43FB-8BC9-43E859D9B83D}" type="pres">
      <dgm:prSet presAssocID="{DBEF54E5-801E-48FA-91C3-5AEA9B86C755}" presName="thinLine2b" presStyleLbl="callout" presStyleIdx="2" presStyleCnt="3"/>
      <dgm:spPr/>
    </dgm:pt>
    <dgm:pt modelId="{1D4CBC04-CD06-4E8B-8E17-FDFCF6CBE1E9}" type="pres">
      <dgm:prSet presAssocID="{DBEF54E5-801E-48FA-91C3-5AEA9B86C755}" presName="vertSpace2b" presStyleCnt="0"/>
      <dgm:spPr/>
    </dgm:pt>
  </dgm:ptLst>
  <dgm:cxnLst>
    <dgm:cxn modelId="{15926568-F7C6-44BA-9A42-BBC3D6315D79}" srcId="{0AF9209F-7D64-480C-8193-A0CD5EB288AD}" destId="{24237372-51CC-4F50-9440-924360452916}" srcOrd="1" destOrd="0" parTransId="{0D3EBBDD-027B-4560-805D-EA69DCDB477B}" sibTransId="{C45FDC82-687D-41AA-B9D3-617A87587751}"/>
    <dgm:cxn modelId="{164E624A-71AD-4347-A41A-C7B95D23537F}" srcId="{0AF9209F-7D64-480C-8193-A0CD5EB288AD}" destId="{DBEF54E5-801E-48FA-91C3-5AEA9B86C755}" srcOrd="2" destOrd="0" parTransId="{FE78F06F-E8D9-42B1-BA85-C6A37245B55B}" sibTransId="{38564D41-0409-40BB-9846-B7FCCB0FAEE6}"/>
    <dgm:cxn modelId="{F1E9A883-F0C1-47B7-814B-17C997B191DD}" type="presOf" srcId="{0AF9209F-7D64-480C-8193-A0CD5EB288AD}" destId="{F32028D4-1FA7-4467-AF04-97BBB13725F5}" srcOrd="0" destOrd="0" presId="urn:microsoft.com/office/officeart/2008/layout/LinedList"/>
    <dgm:cxn modelId="{6C571795-0C4E-48D4-B5C4-2D56101F4231}" srcId="{0AF9209F-7D64-480C-8193-A0CD5EB288AD}" destId="{A09F7278-6337-4F08-984D-EC8D56A9005D}" srcOrd="0" destOrd="0" parTransId="{687E22A5-A6A8-4FA5-B8A8-060C56075CB6}" sibTransId="{062405FF-516C-4F94-9BD1-E4D20A72E6A9}"/>
    <dgm:cxn modelId="{689196A5-8713-4F76-AE33-D2633E279B97}" srcId="{B36B8BE1-39B8-449F-9BBE-2A4CC7436AEC}" destId="{0AF9209F-7D64-480C-8193-A0CD5EB288AD}" srcOrd="0" destOrd="0" parTransId="{56DC4D37-FA51-4BCA-B338-B2E052134FD8}" sibTransId="{EB061BBF-C8AA-43F2-9334-0E24AAAE7714}"/>
    <dgm:cxn modelId="{20A9C3AB-F03E-4C86-B041-71396D6A0EDC}" type="presOf" srcId="{DBEF54E5-801E-48FA-91C3-5AEA9B86C755}" destId="{116FB7BB-F280-4F56-B5C0-0970C7C56368}" srcOrd="0" destOrd="0" presId="urn:microsoft.com/office/officeart/2008/layout/LinedList"/>
    <dgm:cxn modelId="{FA6F34B0-D8CF-414B-B7D6-BECC52E8306F}" type="presOf" srcId="{A09F7278-6337-4F08-984D-EC8D56A9005D}" destId="{E4C12C7E-CD5A-4BFC-93EF-F0FFDC011B8E}" srcOrd="0" destOrd="0" presId="urn:microsoft.com/office/officeart/2008/layout/LinedList"/>
    <dgm:cxn modelId="{3BBAE0B2-C4A1-40D3-B60B-A5BB1DC28E11}" type="presOf" srcId="{24237372-51CC-4F50-9440-924360452916}" destId="{F8E08BB8-1B02-4177-AC4D-1B31E44F2E8E}" srcOrd="0" destOrd="0" presId="urn:microsoft.com/office/officeart/2008/layout/LinedList"/>
    <dgm:cxn modelId="{E0B6F1E9-1C6B-4991-B389-0D6B2D97AFF3}" type="presOf" srcId="{B36B8BE1-39B8-449F-9BBE-2A4CC7436AEC}" destId="{4805C688-2FA0-48C6-BADF-FCB13C71DCD0}" srcOrd="0" destOrd="0" presId="urn:microsoft.com/office/officeart/2008/layout/LinedList"/>
    <dgm:cxn modelId="{3CCB34CD-CBFF-4266-92F7-AB752FB66A3D}" type="presParOf" srcId="{4805C688-2FA0-48C6-BADF-FCB13C71DCD0}" destId="{9C3C97A9-A7FD-4776-806C-4F5B7B89D612}" srcOrd="0" destOrd="0" presId="urn:microsoft.com/office/officeart/2008/layout/LinedList"/>
    <dgm:cxn modelId="{A93372F5-4E45-4D51-9292-497D032161C4}" type="presParOf" srcId="{4805C688-2FA0-48C6-BADF-FCB13C71DCD0}" destId="{9A14A2E3-9F0C-4DC0-8DD3-CA3C111F759F}" srcOrd="1" destOrd="0" presId="urn:microsoft.com/office/officeart/2008/layout/LinedList"/>
    <dgm:cxn modelId="{BCEDE998-2D40-4A12-98D6-9F73032C2348}" type="presParOf" srcId="{9A14A2E3-9F0C-4DC0-8DD3-CA3C111F759F}" destId="{F32028D4-1FA7-4467-AF04-97BBB13725F5}" srcOrd="0" destOrd="0" presId="urn:microsoft.com/office/officeart/2008/layout/LinedList"/>
    <dgm:cxn modelId="{BFCC8962-6402-4471-89AC-D148B4296978}" type="presParOf" srcId="{9A14A2E3-9F0C-4DC0-8DD3-CA3C111F759F}" destId="{720ED282-58CF-4649-8953-6AA59CEC2105}" srcOrd="1" destOrd="0" presId="urn:microsoft.com/office/officeart/2008/layout/LinedList"/>
    <dgm:cxn modelId="{E5C0AA77-B0FF-4059-9C50-BB4D5185E279}" type="presParOf" srcId="{720ED282-58CF-4649-8953-6AA59CEC2105}" destId="{E3BD6266-84A1-4932-A8CC-CA7F03F54626}" srcOrd="0" destOrd="0" presId="urn:microsoft.com/office/officeart/2008/layout/LinedList"/>
    <dgm:cxn modelId="{EA9486EB-6B17-4E52-8843-4E10B3E38817}" type="presParOf" srcId="{720ED282-58CF-4649-8953-6AA59CEC2105}" destId="{4282421D-16B9-48A6-B0BE-160BFE143996}" srcOrd="1" destOrd="0" presId="urn:microsoft.com/office/officeart/2008/layout/LinedList"/>
    <dgm:cxn modelId="{A5B7C403-121B-4846-B36F-7AAC2809285C}" type="presParOf" srcId="{4282421D-16B9-48A6-B0BE-160BFE143996}" destId="{379BD86E-6C03-453B-B072-92D02EC45D32}" srcOrd="0" destOrd="0" presId="urn:microsoft.com/office/officeart/2008/layout/LinedList"/>
    <dgm:cxn modelId="{1B3334F9-67F6-4DAD-BF18-C248FC4BB3D8}" type="presParOf" srcId="{4282421D-16B9-48A6-B0BE-160BFE143996}" destId="{E4C12C7E-CD5A-4BFC-93EF-F0FFDC011B8E}" srcOrd="1" destOrd="0" presId="urn:microsoft.com/office/officeart/2008/layout/LinedList"/>
    <dgm:cxn modelId="{C7D78A44-79DF-4E56-B705-0F03B641ED2F}" type="presParOf" srcId="{4282421D-16B9-48A6-B0BE-160BFE143996}" destId="{1D5AFF27-5168-478E-96CD-FCE4613DE143}" srcOrd="2" destOrd="0" presId="urn:microsoft.com/office/officeart/2008/layout/LinedList"/>
    <dgm:cxn modelId="{71A6353F-4D01-4C46-8D42-7A49ED849548}" type="presParOf" srcId="{720ED282-58CF-4649-8953-6AA59CEC2105}" destId="{B77F2C4D-3677-4150-8D11-AEEE7D1313B8}" srcOrd="2" destOrd="0" presId="urn:microsoft.com/office/officeart/2008/layout/LinedList"/>
    <dgm:cxn modelId="{E8F25EA5-F6CC-464C-97CF-BE028F6E9D13}" type="presParOf" srcId="{720ED282-58CF-4649-8953-6AA59CEC2105}" destId="{430A6B44-B3E2-4C5B-A613-1B3E382D83FC}" srcOrd="3" destOrd="0" presId="urn:microsoft.com/office/officeart/2008/layout/LinedList"/>
    <dgm:cxn modelId="{C5EC1E89-62A1-4011-A49A-793DEE9D6016}" type="presParOf" srcId="{720ED282-58CF-4649-8953-6AA59CEC2105}" destId="{CAC5BC9B-CCD3-48DD-BDD1-8FA3FD892A03}" srcOrd="4" destOrd="0" presId="urn:microsoft.com/office/officeart/2008/layout/LinedList"/>
    <dgm:cxn modelId="{E08B18EB-11D7-4CF9-A388-DE4E784D6F1C}" type="presParOf" srcId="{CAC5BC9B-CCD3-48DD-BDD1-8FA3FD892A03}" destId="{E327B502-AAA4-4D53-8708-DE8EE139D182}" srcOrd="0" destOrd="0" presId="urn:microsoft.com/office/officeart/2008/layout/LinedList"/>
    <dgm:cxn modelId="{C9C60DFC-DBFD-43F0-962D-28E5D85C6327}" type="presParOf" srcId="{CAC5BC9B-CCD3-48DD-BDD1-8FA3FD892A03}" destId="{F8E08BB8-1B02-4177-AC4D-1B31E44F2E8E}" srcOrd="1" destOrd="0" presId="urn:microsoft.com/office/officeart/2008/layout/LinedList"/>
    <dgm:cxn modelId="{42084FD1-86FC-4E93-A706-3029CE2DEC61}" type="presParOf" srcId="{CAC5BC9B-CCD3-48DD-BDD1-8FA3FD892A03}" destId="{C5C0863F-3C05-4E9F-AE51-741944C6DDD8}" srcOrd="2" destOrd="0" presId="urn:microsoft.com/office/officeart/2008/layout/LinedList"/>
    <dgm:cxn modelId="{FAEF3758-5E18-4E80-B56E-38B492948786}" type="presParOf" srcId="{720ED282-58CF-4649-8953-6AA59CEC2105}" destId="{E7B41594-A659-4D96-B1F2-B1C8930BBAE3}" srcOrd="5" destOrd="0" presId="urn:microsoft.com/office/officeart/2008/layout/LinedList"/>
    <dgm:cxn modelId="{BA7D0262-A8AB-4706-B3C0-3D719825E6B4}" type="presParOf" srcId="{720ED282-58CF-4649-8953-6AA59CEC2105}" destId="{25842D99-DE38-4359-877E-AA86BF16219B}" srcOrd="6" destOrd="0" presId="urn:microsoft.com/office/officeart/2008/layout/LinedList"/>
    <dgm:cxn modelId="{610716F2-D3CE-4050-9A30-1D46B6555EAA}" type="presParOf" srcId="{720ED282-58CF-4649-8953-6AA59CEC2105}" destId="{89325B97-1C82-4E1F-8DDF-50F425495D42}" srcOrd="7" destOrd="0" presId="urn:microsoft.com/office/officeart/2008/layout/LinedList"/>
    <dgm:cxn modelId="{0B572AC6-8048-47DA-BDF7-A5115134B9CF}" type="presParOf" srcId="{89325B97-1C82-4E1F-8DDF-50F425495D42}" destId="{73E7691B-D9D3-4C3D-98B1-DF8FDA471BD3}" srcOrd="0" destOrd="0" presId="urn:microsoft.com/office/officeart/2008/layout/LinedList"/>
    <dgm:cxn modelId="{C532784B-4B1A-453F-B5EC-A7D17F9BA9C5}" type="presParOf" srcId="{89325B97-1C82-4E1F-8DDF-50F425495D42}" destId="{116FB7BB-F280-4F56-B5C0-0970C7C56368}" srcOrd="1" destOrd="0" presId="urn:microsoft.com/office/officeart/2008/layout/LinedList"/>
    <dgm:cxn modelId="{26613F9D-69F4-4F5D-A0E6-F55F56378007}" type="presParOf" srcId="{89325B97-1C82-4E1F-8DDF-50F425495D42}" destId="{6997429F-1878-4C4A-AD87-CB9649C1C07C}" srcOrd="2" destOrd="0" presId="urn:microsoft.com/office/officeart/2008/layout/LinedList"/>
    <dgm:cxn modelId="{14EEB7B3-C06B-4C5C-80A3-8DACE3F0BC03}" type="presParOf" srcId="{720ED282-58CF-4649-8953-6AA59CEC2105}" destId="{0EA8DF1D-7ED5-43FB-8BC9-43E859D9B83D}" srcOrd="8" destOrd="0" presId="urn:microsoft.com/office/officeart/2008/layout/LinedList"/>
    <dgm:cxn modelId="{9A9201A7-BB9B-4786-87F0-CB26DD98BB4F}" type="presParOf" srcId="{720ED282-58CF-4649-8953-6AA59CEC2105}" destId="{1D4CBC04-CD06-4E8B-8E17-FDFCF6CBE1E9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DFB8C9-37E7-425D-9C21-03F7939B0718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869EFBD8-49C2-46AD-AA60-CD96A550C872}">
      <dgm:prSet phldrT="[Texte]" custT="1"/>
      <dgm:spPr/>
      <dgm:t>
        <a:bodyPr/>
        <a:lstStyle/>
        <a:p>
          <a:pPr>
            <a:spcAft>
              <a:spcPts val="0"/>
            </a:spcAft>
          </a:pPr>
          <a:r>
            <a:rPr lang="fr-FR" sz="2400" dirty="0">
              <a:solidFill>
                <a:schemeClr val="tx1"/>
              </a:solidFill>
            </a:rPr>
            <a:t>EMR</a:t>
          </a:r>
        </a:p>
        <a:p>
          <a:pPr>
            <a:spcAft>
              <a:spcPts val="0"/>
            </a:spcAft>
          </a:pPr>
          <a:r>
            <a:rPr lang="fr-FR" sz="1400" dirty="0">
              <a:solidFill>
                <a:schemeClr val="tx1"/>
              </a:solidFill>
            </a:rPr>
            <a:t>(</a:t>
          </a:r>
          <a:r>
            <a:rPr lang="fr-FR" sz="1400" dirty="0" err="1">
              <a:solidFill>
                <a:schemeClr val="tx1"/>
              </a:solidFill>
            </a:rPr>
            <a:t>Elastic</a:t>
          </a:r>
          <a:r>
            <a:rPr lang="fr-FR" sz="1400" dirty="0">
              <a:solidFill>
                <a:schemeClr val="tx1"/>
              </a:solidFill>
            </a:rPr>
            <a:t> </a:t>
          </a:r>
          <a:r>
            <a:rPr lang="fr-FR" sz="1400" dirty="0" err="1">
              <a:solidFill>
                <a:schemeClr val="tx1"/>
              </a:solidFill>
            </a:rPr>
            <a:t>Map</a:t>
          </a:r>
          <a:r>
            <a:rPr lang="fr-FR" sz="1400" dirty="0">
              <a:solidFill>
                <a:schemeClr val="tx1"/>
              </a:solidFill>
            </a:rPr>
            <a:t> </a:t>
          </a:r>
          <a:r>
            <a:rPr lang="fr-FR" sz="1400" dirty="0" err="1">
              <a:solidFill>
                <a:schemeClr val="tx1"/>
              </a:solidFill>
            </a:rPr>
            <a:t>Reduce</a:t>
          </a:r>
          <a:r>
            <a:rPr lang="fr-FR" sz="1400" dirty="0">
              <a:solidFill>
                <a:schemeClr val="tx1"/>
              </a:solidFill>
            </a:rPr>
            <a:t>) </a:t>
          </a:r>
        </a:p>
      </dgm:t>
    </dgm:pt>
    <dgm:pt modelId="{F35DC525-3A6D-4C52-8BD4-387129C21149}" type="parTrans" cxnId="{70B6131F-1D62-4479-9A66-FEEC7219C99C}">
      <dgm:prSet/>
      <dgm:spPr/>
      <dgm:t>
        <a:bodyPr/>
        <a:lstStyle/>
        <a:p>
          <a:endParaRPr lang="fr-FR" sz="1400">
            <a:solidFill>
              <a:schemeClr val="tx1"/>
            </a:solidFill>
          </a:endParaRPr>
        </a:p>
      </dgm:t>
    </dgm:pt>
    <dgm:pt modelId="{EC8DE6E5-0C16-4D7F-9DEA-1960D882DBBC}" type="sibTrans" cxnId="{70B6131F-1D62-4479-9A66-FEEC7219C99C}">
      <dgm:prSet/>
      <dgm:spPr/>
      <dgm:t>
        <a:bodyPr/>
        <a:lstStyle/>
        <a:p>
          <a:endParaRPr lang="fr-FR" sz="1400">
            <a:solidFill>
              <a:schemeClr val="tx1"/>
            </a:solidFill>
          </a:endParaRPr>
        </a:p>
      </dgm:t>
    </dgm:pt>
    <dgm:pt modelId="{47CDAD25-88E2-48E9-9BC8-768D085E98F8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5875" cap="flat" cmpd="sng" algn="ctr">
          <a:solidFill>
            <a:srgbClr val="2FA3EE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99568" tIns="8890" rIns="8890" bIns="8890" numCol="1" spcCol="1270" anchor="ctr" anchorCtr="0"/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solidFill>
                <a:schemeClr val="tx1"/>
              </a:solidFill>
              <a:latin typeface="Tw Cen MT" panose="020B0602020104020603"/>
              <a:ea typeface="+mn-ea"/>
              <a:cs typeface="+mn-cs"/>
            </a:rPr>
            <a:t>Cluster Spark prêt à l’emploi</a:t>
          </a:r>
        </a:p>
      </dgm:t>
    </dgm:pt>
    <dgm:pt modelId="{B1D0F702-0355-43B2-9914-8B9C7FD95356}" type="parTrans" cxnId="{2BD35A5E-890A-4C85-9A29-31591BE32770}">
      <dgm:prSet/>
      <dgm:spPr/>
      <dgm:t>
        <a:bodyPr/>
        <a:lstStyle/>
        <a:p>
          <a:endParaRPr lang="fr-FR" sz="1400">
            <a:solidFill>
              <a:schemeClr val="tx1"/>
            </a:solidFill>
          </a:endParaRPr>
        </a:p>
      </dgm:t>
    </dgm:pt>
    <dgm:pt modelId="{FB322E04-C8CA-43F7-B4EA-1E3CA4E1358C}" type="sibTrans" cxnId="{2BD35A5E-890A-4C85-9A29-31591BE32770}">
      <dgm:prSet/>
      <dgm:spPr/>
      <dgm:t>
        <a:bodyPr/>
        <a:lstStyle/>
        <a:p>
          <a:endParaRPr lang="fr-FR" sz="1400">
            <a:solidFill>
              <a:schemeClr val="tx1"/>
            </a:solidFill>
          </a:endParaRPr>
        </a:p>
      </dgm:t>
    </dgm:pt>
    <dgm:pt modelId="{A20CDF38-7E27-4702-87CA-EEA000D7856C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5875" cap="flat" cmpd="sng" algn="ctr">
          <a:solidFill>
            <a:srgbClr val="2FA3EE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99568" tIns="8890" rIns="8890" bIns="8890" numCol="1" spcCol="1270" anchor="ctr" anchorCtr="0"/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solidFill>
                <a:schemeClr val="tx1"/>
              </a:solidFill>
              <a:latin typeface="Tw Cen MT" panose="020B0602020104020603"/>
              <a:ea typeface="+mn-ea"/>
              <a:cs typeface="+mn-cs"/>
            </a:rPr>
            <a:t>Apache Spark + </a:t>
          </a:r>
          <a:r>
            <a:rPr lang="fr-FR" sz="1400" kern="1200" dirty="0" err="1">
              <a:solidFill>
                <a:schemeClr val="tx1"/>
              </a:solidFill>
              <a:latin typeface="Tw Cen MT" panose="020B0602020104020603"/>
              <a:ea typeface="+mn-ea"/>
              <a:cs typeface="+mn-cs"/>
            </a:rPr>
            <a:t>JupyterLab</a:t>
          </a:r>
          <a:endParaRPr lang="fr-FR" sz="1400" kern="1200" dirty="0">
            <a:solidFill>
              <a:schemeClr val="tx1"/>
            </a:solidFill>
            <a:latin typeface="Tw Cen MT" panose="020B0602020104020603"/>
            <a:ea typeface="+mn-ea"/>
            <a:cs typeface="+mn-cs"/>
          </a:endParaRPr>
        </a:p>
      </dgm:t>
    </dgm:pt>
    <dgm:pt modelId="{2CB2A561-1AD6-401F-B1C5-D9443A66C95D}" type="parTrans" cxnId="{5A9CFD09-DE1C-480C-8922-88D23006EDEC}">
      <dgm:prSet/>
      <dgm:spPr/>
      <dgm:t>
        <a:bodyPr/>
        <a:lstStyle/>
        <a:p>
          <a:endParaRPr lang="fr-FR" sz="1400">
            <a:solidFill>
              <a:schemeClr val="tx1"/>
            </a:solidFill>
          </a:endParaRPr>
        </a:p>
      </dgm:t>
    </dgm:pt>
    <dgm:pt modelId="{A8094E3F-C7AD-4270-98FA-80D2B8EE6976}" type="sibTrans" cxnId="{5A9CFD09-DE1C-480C-8922-88D23006EDEC}">
      <dgm:prSet/>
      <dgm:spPr/>
      <dgm:t>
        <a:bodyPr/>
        <a:lstStyle/>
        <a:p>
          <a:endParaRPr lang="fr-FR" sz="1400">
            <a:solidFill>
              <a:schemeClr val="tx1"/>
            </a:solidFill>
          </a:endParaRPr>
        </a:p>
      </dgm:t>
    </dgm:pt>
    <dgm:pt modelId="{2BA00B9C-6024-4AD0-AC88-4EC4E67D8223}">
      <dgm:prSet phldrT="[Texte]" custT="1"/>
      <dgm:spPr/>
      <dgm:t>
        <a:bodyPr/>
        <a:lstStyle/>
        <a:p>
          <a:r>
            <a:rPr lang="fr-FR" sz="1400" b="1" dirty="0">
              <a:solidFill>
                <a:schemeClr val="tx1"/>
              </a:solidFill>
            </a:rPr>
            <a:t>Traitement</a:t>
          </a:r>
          <a:endParaRPr lang="fr-FR" sz="1400" dirty="0">
            <a:solidFill>
              <a:schemeClr val="tx1"/>
            </a:solidFill>
          </a:endParaRPr>
        </a:p>
      </dgm:t>
    </dgm:pt>
    <dgm:pt modelId="{DF77326A-2700-416E-A303-E3FE07541B59}" type="parTrans" cxnId="{0AE0483C-B6FC-46CB-B1F8-3E60E76EAC41}">
      <dgm:prSet/>
      <dgm:spPr/>
      <dgm:t>
        <a:bodyPr/>
        <a:lstStyle/>
        <a:p>
          <a:endParaRPr lang="fr-FR" sz="1400">
            <a:solidFill>
              <a:schemeClr val="tx1"/>
            </a:solidFill>
          </a:endParaRPr>
        </a:p>
      </dgm:t>
    </dgm:pt>
    <dgm:pt modelId="{656CDE7F-058E-4A43-A95D-F3427BF5C2CD}" type="sibTrans" cxnId="{0AE0483C-B6FC-46CB-B1F8-3E60E76EAC41}">
      <dgm:prSet/>
      <dgm:spPr/>
      <dgm:t>
        <a:bodyPr/>
        <a:lstStyle/>
        <a:p>
          <a:endParaRPr lang="fr-FR" sz="1400">
            <a:solidFill>
              <a:schemeClr val="tx1"/>
            </a:solidFill>
          </a:endParaRPr>
        </a:p>
      </dgm:t>
    </dgm:pt>
    <dgm:pt modelId="{DA5B3219-B977-4C2E-BFF2-132FF476EF60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5875" cap="flat" cmpd="sng" algn="ctr">
          <a:solidFill>
            <a:srgbClr val="2FA3EE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99568" tIns="8890" rIns="8890" bIns="8890" numCol="1" spcCol="1270" anchor="ctr" anchorCtr="0"/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solidFill>
                <a:schemeClr val="tx1"/>
              </a:solidFill>
              <a:latin typeface="Tw Cen MT" panose="020B0602020104020603"/>
              <a:ea typeface="+mn-ea"/>
              <a:cs typeface="+mn-cs"/>
            </a:rPr>
            <a:t>Extraction des features</a:t>
          </a:r>
        </a:p>
      </dgm:t>
    </dgm:pt>
    <dgm:pt modelId="{A7D75952-50DB-46AF-93E4-B779C2B37EA5}" type="parTrans" cxnId="{BA6C0ABA-0C54-450B-A255-1976DE706BCD}">
      <dgm:prSet/>
      <dgm:spPr/>
      <dgm:t>
        <a:bodyPr/>
        <a:lstStyle/>
        <a:p>
          <a:endParaRPr lang="fr-FR" sz="1400">
            <a:solidFill>
              <a:schemeClr val="tx1"/>
            </a:solidFill>
          </a:endParaRPr>
        </a:p>
      </dgm:t>
    </dgm:pt>
    <dgm:pt modelId="{F9B2A970-DEF6-4DE4-B534-BFACA22FDE78}" type="sibTrans" cxnId="{BA6C0ABA-0C54-450B-A255-1976DE706BCD}">
      <dgm:prSet/>
      <dgm:spPr/>
      <dgm:t>
        <a:bodyPr/>
        <a:lstStyle/>
        <a:p>
          <a:endParaRPr lang="fr-FR" sz="1400">
            <a:solidFill>
              <a:schemeClr val="tx1"/>
            </a:solidFill>
          </a:endParaRPr>
        </a:p>
      </dgm:t>
    </dgm:pt>
    <dgm:pt modelId="{3143B171-FF0D-4AB3-9E09-7F80ADDDED5B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5875" cap="flat" cmpd="sng" algn="ctr">
          <a:solidFill>
            <a:srgbClr val="2FA3EE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99568" tIns="8890" rIns="8890" bIns="8890" numCol="1" spcCol="1270" anchor="ctr" anchorCtr="0"/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solidFill>
                <a:schemeClr val="tx1"/>
              </a:solidFill>
              <a:latin typeface="Tw Cen MT" panose="020B0602020104020603"/>
              <a:ea typeface="+mn-ea"/>
              <a:cs typeface="+mn-cs"/>
            </a:rPr>
            <a:t>Broadcast </a:t>
          </a:r>
          <a:r>
            <a:rPr lang="fr-FR" sz="1400" kern="1200" dirty="0" err="1">
              <a:solidFill>
                <a:schemeClr val="tx1"/>
              </a:solidFill>
              <a:latin typeface="Tw Cen MT" panose="020B0602020104020603"/>
              <a:ea typeface="+mn-ea"/>
              <a:cs typeface="+mn-cs"/>
            </a:rPr>
            <a:t>TensorFlow</a:t>
          </a:r>
          <a:endParaRPr lang="fr-FR" sz="1400" kern="1200" dirty="0">
            <a:solidFill>
              <a:schemeClr val="tx1"/>
            </a:solidFill>
            <a:latin typeface="Tw Cen MT" panose="020B0602020104020603"/>
            <a:ea typeface="+mn-ea"/>
            <a:cs typeface="+mn-cs"/>
          </a:endParaRPr>
        </a:p>
      </dgm:t>
    </dgm:pt>
    <dgm:pt modelId="{79E7C4FB-9F97-4919-B240-39EC7D6322A1}" type="parTrans" cxnId="{293D2672-45DF-402F-A5D6-D3B5C4598B02}">
      <dgm:prSet/>
      <dgm:spPr/>
      <dgm:t>
        <a:bodyPr/>
        <a:lstStyle/>
        <a:p>
          <a:endParaRPr lang="fr-FR" sz="1400">
            <a:solidFill>
              <a:schemeClr val="tx1"/>
            </a:solidFill>
          </a:endParaRPr>
        </a:p>
      </dgm:t>
    </dgm:pt>
    <dgm:pt modelId="{C037D2DA-DD8B-40EE-842D-1986E73DAAAD}" type="sibTrans" cxnId="{293D2672-45DF-402F-A5D6-D3B5C4598B02}">
      <dgm:prSet/>
      <dgm:spPr/>
      <dgm:t>
        <a:bodyPr/>
        <a:lstStyle/>
        <a:p>
          <a:endParaRPr lang="fr-FR" sz="1400">
            <a:solidFill>
              <a:schemeClr val="tx1"/>
            </a:solidFill>
          </a:endParaRPr>
        </a:p>
      </dgm:t>
    </dgm:pt>
    <dgm:pt modelId="{B2D4B69B-F52E-4B3E-BE54-70D0340A8B2B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5875" cap="flat" cmpd="sng" algn="ctr">
          <a:solidFill>
            <a:srgbClr val="2FA3EE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99568" tIns="8890" rIns="8890" bIns="8890" numCol="1" spcCol="1270" anchor="ctr" anchorCtr="0"/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solidFill>
                <a:schemeClr val="tx1"/>
              </a:solidFill>
              <a:latin typeface="Tw Cen MT" panose="020B0602020104020603"/>
              <a:ea typeface="+mn-ea"/>
              <a:cs typeface="+mn-cs"/>
            </a:rPr>
            <a:t>Réduction PCA</a:t>
          </a:r>
        </a:p>
      </dgm:t>
    </dgm:pt>
    <dgm:pt modelId="{8C916B6A-F225-4AC1-92CB-3D8E23208E4C}" type="parTrans" cxnId="{4AA8D1D0-F28A-4EED-BF89-4B0DCA54E40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ABDE9B31-98C8-4D30-8138-A8CA6EC4AABE}" type="sibTrans" cxnId="{4AA8D1D0-F28A-4EED-BF89-4B0DCA54E40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536A473D-B95C-4531-A5B7-75AA0340D087}">
      <dgm:prSet phldrT="[Texte]" custT="1"/>
      <dgm:spPr/>
      <dgm:t>
        <a:bodyPr/>
        <a:lstStyle/>
        <a:p>
          <a:r>
            <a:rPr lang="fr-FR" sz="2400" dirty="0" err="1">
              <a:solidFill>
                <a:schemeClr val="tx1"/>
              </a:solidFill>
            </a:rPr>
            <a:t>Bucket</a:t>
          </a:r>
          <a:r>
            <a:rPr lang="fr-FR" sz="2400" dirty="0">
              <a:solidFill>
                <a:schemeClr val="tx1"/>
              </a:solidFill>
            </a:rPr>
            <a:t> S3</a:t>
          </a:r>
        </a:p>
      </dgm:t>
    </dgm:pt>
    <dgm:pt modelId="{45EA6076-EB30-44A6-BAE3-331B8C96D921}" type="parTrans" cxnId="{1770854B-EABC-4F03-B29B-BBEEA2B758DE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715784F1-BA53-4A90-9AC6-AEA07A4553AB}" type="sibTrans" cxnId="{1770854B-EABC-4F03-B29B-BBEEA2B758DE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80FC9ED4-BD30-42C5-8913-622FE423FAAB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5875" cap="flat" cmpd="sng" algn="ctr">
          <a:solidFill>
            <a:srgbClr val="2FA3EE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99568" tIns="8890" rIns="8890" bIns="8890" numCol="1" spcCol="1270" anchor="ctr" anchorCtr="0"/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solidFill>
                <a:schemeClr val="tx1"/>
              </a:solidFill>
              <a:latin typeface="Tw Cen MT" panose="020B0602020104020603"/>
              <a:ea typeface="+mn-ea"/>
              <a:cs typeface="+mn-cs"/>
            </a:rPr>
            <a:t>Résultats enregistrés</a:t>
          </a:r>
          <a:br>
            <a:rPr lang="fr-FR" sz="1400" kern="1200" dirty="0">
              <a:solidFill>
                <a:schemeClr val="tx1"/>
              </a:solidFill>
              <a:latin typeface="Tw Cen MT" panose="020B0602020104020603"/>
              <a:ea typeface="+mn-ea"/>
              <a:cs typeface="+mn-cs"/>
            </a:rPr>
          </a:br>
          <a:r>
            <a:rPr lang="fr-FR" sz="1400" kern="1200" dirty="0">
              <a:solidFill>
                <a:schemeClr val="tx1"/>
              </a:solidFill>
              <a:latin typeface="Tw Cen MT" panose="020B0602020104020603"/>
              <a:ea typeface="+mn-ea"/>
              <a:cs typeface="+mn-cs"/>
            </a:rPr>
            <a:t>au format Parquet</a:t>
          </a:r>
        </a:p>
      </dgm:t>
    </dgm:pt>
    <dgm:pt modelId="{BE298259-1A26-4601-AF7F-5E8CD20FA735}" type="parTrans" cxnId="{B681A931-9734-4135-8F31-FC4AD892AE91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A1E1FE70-E62C-4C2D-9DB6-C44A6C108030}" type="sibTrans" cxnId="{B681A931-9734-4135-8F31-FC4AD892AE91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0EE9916F-AFBF-4628-A3A5-D884F4F50354}">
      <dgm:prSet phldrT="[Texte]" custT="1"/>
      <dgm:spPr/>
      <dgm:t>
        <a:bodyPr/>
        <a:lstStyle/>
        <a:p>
          <a:r>
            <a:rPr lang="fr-FR" sz="1400" dirty="0">
              <a:solidFill>
                <a:schemeClr val="tx1"/>
              </a:solidFill>
            </a:rPr>
            <a:t>Traitement distribué</a:t>
          </a:r>
        </a:p>
      </dgm:t>
    </dgm:pt>
    <dgm:pt modelId="{B70AA865-95A2-48BD-9FBE-13A91396624D}" type="parTrans" cxnId="{5720C376-EDE8-422A-872C-4B9B0037C7A3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57F0560D-0E1B-4B5D-AA54-A84FBE57EABC}" type="sibTrans" cxnId="{5720C376-EDE8-422A-872C-4B9B0037C7A3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ABDB6D3A-7593-414A-B890-C49913E35F13}">
      <dgm:prSet phldrT="[Texte]" custT="1"/>
      <dgm:spPr/>
      <dgm:t>
        <a:bodyPr/>
        <a:lstStyle/>
        <a:p>
          <a:r>
            <a:rPr lang="fr-FR" sz="2400" dirty="0">
              <a:solidFill>
                <a:schemeClr val="tx1"/>
              </a:solidFill>
            </a:rPr>
            <a:t>EC2</a:t>
          </a:r>
          <a:r>
            <a:rPr lang="fr-FR" sz="1400" dirty="0">
              <a:solidFill>
                <a:schemeClr val="tx1"/>
              </a:solidFill>
            </a:rPr>
            <a:t> Instance Profile</a:t>
          </a:r>
        </a:p>
      </dgm:t>
    </dgm:pt>
    <dgm:pt modelId="{C0112D82-BA5A-4ACC-BE55-F774D49B53B6}" type="parTrans" cxnId="{428B6C0E-5F85-4BD3-A2EE-C62BC68EEA3D}">
      <dgm:prSet/>
      <dgm:spPr/>
      <dgm:t>
        <a:bodyPr/>
        <a:lstStyle/>
        <a:p>
          <a:endParaRPr lang="fr-FR"/>
        </a:p>
      </dgm:t>
    </dgm:pt>
    <dgm:pt modelId="{9C025332-6245-40C9-8FA7-DD3BAC548447}" type="sibTrans" cxnId="{428B6C0E-5F85-4BD3-A2EE-C62BC68EEA3D}">
      <dgm:prSet/>
      <dgm:spPr/>
      <dgm:t>
        <a:bodyPr/>
        <a:lstStyle/>
        <a:p>
          <a:endParaRPr lang="fr-FR"/>
        </a:p>
      </dgm:t>
    </dgm:pt>
    <dgm:pt modelId="{6B82F0C4-3167-4F64-B18E-FD2F809F4BEB}">
      <dgm:prSet phldrT="[Texte]" custT="1"/>
      <dgm:spPr/>
      <dgm:t>
        <a:bodyPr/>
        <a:lstStyle/>
        <a:p>
          <a:r>
            <a:rPr lang="fr-FR" sz="1400" dirty="0">
              <a:solidFill>
                <a:schemeClr val="tx1"/>
              </a:solidFill>
            </a:rPr>
            <a:t>Donne l’autorisation de cluster à lire et écrire sur S3</a:t>
          </a:r>
        </a:p>
      </dgm:t>
    </dgm:pt>
    <dgm:pt modelId="{ABAA9198-3CDA-41F3-9DCB-B8C8D44212AD}" type="parTrans" cxnId="{FC377DF0-0683-42B1-9338-40CB64FC445A}">
      <dgm:prSet/>
      <dgm:spPr/>
      <dgm:t>
        <a:bodyPr/>
        <a:lstStyle/>
        <a:p>
          <a:endParaRPr lang="fr-FR"/>
        </a:p>
      </dgm:t>
    </dgm:pt>
    <dgm:pt modelId="{2A5BC3A0-BDB6-4AA3-9B39-5B9ED87E40E7}" type="sibTrans" cxnId="{FC377DF0-0683-42B1-9338-40CB64FC445A}">
      <dgm:prSet/>
      <dgm:spPr/>
      <dgm:t>
        <a:bodyPr/>
        <a:lstStyle/>
        <a:p>
          <a:endParaRPr lang="fr-FR"/>
        </a:p>
      </dgm:t>
    </dgm:pt>
    <dgm:pt modelId="{8C742762-C8B0-4508-B717-169ECE9C93E5}">
      <dgm:prSet phldrT="[Texte]" custT="1"/>
      <dgm:spPr>
        <a:noFill/>
        <a:ln>
          <a:noFill/>
        </a:ln>
        <a:effectLst/>
      </dgm:spPr>
      <dgm:t>
        <a:bodyPr spcFirstLastPara="0" vert="horz" wrap="square" lIns="156415" tIns="0" rIns="0" bIns="0" numCol="1" spcCol="1270" anchor="t" anchorCtr="0"/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 err="1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Bucket</a:t>
          </a:r>
          <a:r>
            <a:rPr lang="fr-FR" sz="2400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 S3</a:t>
          </a:r>
        </a:p>
      </dgm:t>
    </dgm:pt>
    <dgm:pt modelId="{9DF2B402-9A32-48BF-8778-C239127E174F}" type="sibTrans" cxnId="{F2CB8D18-C0EE-422B-A419-3A27ABDC12C0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302AF522-5E84-455F-8B26-6327ED878097}" type="parTrans" cxnId="{F2CB8D18-C0EE-422B-A419-3A27ABDC12C0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3609FACD-6F75-4558-A885-127D96177673}">
      <dgm:prSet phldrT="[Texte]" custT="1"/>
      <dgm:spPr>
        <a:noFill/>
        <a:ln>
          <a:noFill/>
        </a:ln>
        <a:effectLst/>
      </dgm:spPr>
      <dgm:t>
        <a:bodyPr spcFirstLastPara="0" vert="horz" wrap="square" lIns="156415" tIns="0" rIns="0" bIns="0" numCol="1" spcCol="1270" anchor="t" anchorCtr="0"/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Stockage des donnes </a:t>
          </a:r>
        </a:p>
      </dgm:t>
    </dgm:pt>
    <dgm:pt modelId="{53DB640E-4F97-43F1-8131-6875B116AEAA}" type="sibTrans" cxnId="{BD2EDFC2-866E-4265-B30B-9266A83F6DAD}">
      <dgm:prSet/>
      <dgm:spPr/>
      <dgm:t>
        <a:bodyPr/>
        <a:lstStyle/>
        <a:p>
          <a:endParaRPr lang="fr-FR" sz="1400">
            <a:solidFill>
              <a:schemeClr val="tx1"/>
            </a:solidFill>
          </a:endParaRPr>
        </a:p>
      </dgm:t>
    </dgm:pt>
    <dgm:pt modelId="{9C0C8169-35BF-4C2A-BAF7-5653194A64D1}" type="parTrans" cxnId="{BD2EDFC2-866E-4265-B30B-9266A83F6DAD}">
      <dgm:prSet/>
      <dgm:spPr/>
      <dgm:t>
        <a:bodyPr/>
        <a:lstStyle/>
        <a:p>
          <a:endParaRPr lang="fr-FR" sz="1400">
            <a:solidFill>
              <a:schemeClr val="tx1"/>
            </a:solidFill>
          </a:endParaRPr>
        </a:p>
      </dgm:t>
    </dgm:pt>
    <dgm:pt modelId="{1DB145D2-BB88-499E-B0A1-F40D9615B8F8}">
      <dgm:prSet phldrT="[Texte]" custT="1"/>
      <dgm:spPr>
        <a:noFill/>
        <a:ln>
          <a:noFill/>
        </a:ln>
        <a:effectLst/>
      </dgm:spPr>
      <dgm:t>
        <a:bodyPr spcFirstLastPara="0" vert="horz" wrap="square" lIns="156415" tIns="0" rIns="0" bIns="0" numCol="1" spcCol="1270" anchor="t" anchorCtr="0"/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Dataset</a:t>
          </a:r>
          <a:r>
            <a:rPr lang="fr-FR" sz="1400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, Notebook</a:t>
          </a:r>
        </a:p>
      </dgm:t>
    </dgm:pt>
    <dgm:pt modelId="{DF27ADEA-DFE8-4533-92CA-7C00826D53D2}" type="sibTrans" cxnId="{21B1EB59-99D4-477B-B553-6865E8DBDD0C}">
      <dgm:prSet/>
      <dgm:spPr/>
      <dgm:t>
        <a:bodyPr/>
        <a:lstStyle/>
        <a:p>
          <a:endParaRPr lang="fr-FR" sz="1400">
            <a:solidFill>
              <a:schemeClr val="tx1"/>
            </a:solidFill>
          </a:endParaRPr>
        </a:p>
      </dgm:t>
    </dgm:pt>
    <dgm:pt modelId="{151044BA-95A4-4721-A745-3ED389CCBD21}" type="parTrans" cxnId="{21B1EB59-99D4-477B-B553-6865E8DBDD0C}">
      <dgm:prSet/>
      <dgm:spPr/>
      <dgm:t>
        <a:bodyPr/>
        <a:lstStyle/>
        <a:p>
          <a:endParaRPr lang="fr-FR" sz="1400">
            <a:solidFill>
              <a:schemeClr val="tx1"/>
            </a:solidFill>
          </a:endParaRPr>
        </a:p>
      </dgm:t>
    </dgm:pt>
    <dgm:pt modelId="{D0199632-5B8F-48C8-A10B-3B07A1B71F81}">
      <dgm:prSet phldrT="[Texte]" custT="1"/>
      <dgm:spPr/>
      <dgm:t>
        <a:bodyPr/>
        <a:lstStyle/>
        <a:p>
          <a:r>
            <a:rPr lang="fr-FR" sz="1400" dirty="0">
              <a:solidFill>
                <a:schemeClr val="tx1"/>
              </a:solidFill>
            </a:rPr>
            <a:t>Exécution autorisée par un rôle</a:t>
          </a:r>
        </a:p>
      </dgm:t>
    </dgm:pt>
    <dgm:pt modelId="{2019B71E-4DA5-47FB-AC65-909FC2962C0F}" type="parTrans" cxnId="{9A67F24F-79E4-4A04-AE86-57848841F708}">
      <dgm:prSet/>
      <dgm:spPr/>
      <dgm:t>
        <a:bodyPr/>
        <a:lstStyle/>
        <a:p>
          <a:endParaRPr lang="fr-FR"/>
        </a:p>
      </dgm:t>
    </dgm:pt>
    <dgm:pt modelId="{5517841F-B9DC-44DA-BE7A-19B4B5168FE0}" type="sibTrans" cxnId="{9A67F24F-79E4-4A04-AE86-57848841F708}">
      <dgm:prSet/>
      <dgm:spPr/>
      <dgm:t>
        <a:bodyPr/>
        <a:lstStyle/>
        <a:p>
          <a:endParaRPr lang="fr-FR"/>
        </a:p>
      </dgm:t>
    </dgm:pt>
    <dgm:pt modelId="{481BFD23-8461-4EE3-8209-48D49132DE1C}" type="pres">
      <dgm:prSet presAssocID="{A2DFB8C9-37E7-425D-9C21-03F7939B0718}" presName="arrowDiagram" presStyleCnt="0">
        <dgm:presLayoutVars>
          <dgm:chMax val="5"/>
          <dgm:dir/>
          <dgm:resizeHandles val="exact"/>
        </dgm:presLayoutVars>
      </dgm:prSet>
      <dgm:spPr/>
    </dgm:pt>
    <dgm:pt modelId="{51632FED-680A-4B19-9429-323FA1A8D8AC}" type="pres">
      <dgm:prSet presAssocID="{A2DFB8C9-37E7-425D-9C21-03F7939B0718}" presName="arrow" presStyleLbl="bgShp" presStyleIdx="0" presStyleCnt="1"/>
      <dgm:spPr/>
    </dgm:pt>
    <dgm:pt modelId="{04D7602A-DD38-41D1-BA30-85AAAC24BA5E}" type="pres">
      <dgm:prSet presAssocID="{A2DFB8C9-37E7-425D-9C21-03F7939B0718}" presName="arrowDiagram5" presStyleCnt="0"/>
      <dgm:spPr/>
    </dgm:pt>
    <dgm:pt modelId="{EC039FAD-FAE6-4662-A215-BF72A5B4DE34}" type="pres">
      <dgm:prSet presAssocID="{8C742762-C8B0-4508-B717-169ECE9C93E5}" presName="bullet5a" presStyleLbl="node1" presStyleIdx="0" presStyleCnt="5"/>
      <dgm:spPr/>
    </dgm:pt>
    <dgm:pt modelId="{687DFC25-1E54-4EED-8610-AB383754AE54}" type="pres">
      <dgm:prSet presAssocID="{8C742762-C8B0-4508-B717-169ECE9C93E5}" presName="textBox5a" presStyleLbl="revTx" presStyleIdx="0" presStyleCnt="5" custScaleY="143493">
        <dgm:presLayoutVars>
          <dgm:bulletEnabled val="1"/>
        </dgm:presLayoutVars>
      </dgm:prSet>
      <dgm:spPr>
        <a:xfrm>
          <a:off x="901970" y="4268825"/>
          <a:ext cx="1074164" cy="1219709"/>
        </a:xfrm>
        <a:prstGeom prst="rect">
          <a:avLst/>
        </a:prstGeom>
      </dgm:spPr>
    </dgm:pt>
    <dgm:pt modelId="{B54700AA-14B1-405B-AE6F-CAC2BC2609BC}" type="pres">
      <dgm:prSet presAssocID="{ABDB6D3A-7593-414A-B890-C49913E35F13}" presName="bullet5b" presStyleLbl="node1" presStyleIdx="1" presStyleCnt="5"/>
      <dgm:spPr/>
    </dgm:pt>
    <dgm:pt modelId="{90A697B1-2B4D-4DBA-BB84-EA8F4BB3F638}" type="pres">
      <dgm:prSet presAssocID="{ABDB6D3A-7593-414A-B890-C49913E35F13}" presName="textBox5b" presStyleLbl="revTx" presStyleIdx="1" presStyleCnt="5">
        <dgm:presLayoutVars>
          <dgm:bulletEnabled val="1"/>
        </dgm:presLayoutVars>
      </dgm:prSet>
      <dgm:spPr/>
    </dgm:pt>
    <dgm:pt modelId="{D8838411-B03E-4477-8B85-8EAE6305E4FD}" type="pres">
      <dgm:prSet presAssocID="{869EFBD8-49C2-46AD-AA60-CD96A550C872}" presName="bullet5c" presStyleLbl="node1" presStyleIdx="2" presStyleCnt="5"/>
      <dgm:spPr/>
    </dgm:pt>
    <dgm:pt modelId="{B6D9C609-1120-4BAE-903C-FDB511AD34C5}" type="pres">
      <dgm:prSet presAssocID="{869EFBD8-49C2-46AD-AA60-CD96A550C872}" presName="textBox5c" presStyleLbl="revTx" presStyleIdx="2" presStyleCnt="5">
        <dgm:presLayoutVars>
          <dgm:bulletEnabled val="1"/>
        </dgm:presLayoutVars>
      </dgm:prSet>
      <dgm:spPr/>
    </dgm:pt>
    <dgm:pt modelId="{C9D49B4C-076C-4C62-8CCB-717833CDCD05}" type="pres">
      <dgm:prSet presAssocID="{2BA00B9C-6024-4AD0-AC88-4EC4E67D8223}" presName="bullet5d" presStyleLbl="node1" presStyleIdx="3" presStyleCnt="5"/>
      <dgm:spPr/>
    </dgm:pt>
    <dgm:pt modelId="{01E025FF-2794-4F83-AB76-4AEB84CBFB18}" type="pres">
      <dgm:prSet presAssocID="{2BA00B9C-6024-4AD0-AC88-4EC4E67D8223}" presName="textBox5d" presStyleLbl="revTx" presStyleIdx="3" presStyleCnt="5">
        <dgm:presLayoutVars>
          <dgm:bulletEnabled val="1"/>
        </dgm:presLayoutVars>
      </dgm:prSet>
      <dgm:spPr/>
    </dgm:pt>
    <dgm:pt modelId="{B1DBF518-B58F-4E79-B3C1-8A8A053DAF6D}" type="pres">
      <dgm:prSet presAssocID="{536A473D-B95C-4531-A5B7-75AA0340D087}" presName="bullet5e" presStyleLbl="node1" presStyleIdx="4" presStyleCnt="5"/>
      <dgm:spPr/>
    </dgm:pt>
    <dgm:pt modelId="{62921309-2995-4673-AF0B-3E26936D58E4}" type="pres">
      <dgm:prSet presAssocID="{536A473D-B95C-4531-A5B7-75AA0340D087}" presName="textBox5e" presStyleLbl="revTx" presStyleIdx="4" presStyleCnt="5">
        <dgm:presLayoutVars>
          <dgm:bulletEnabled val="1"/>
        </dgm:presLayoutVars>
      </dgm:prSet>
      <dgm:spPr/>
    </dgm:pt>
  </dgm:ptLst>
  <dgm:cxnLst>
    <dgm:cxn modelId="{04A2B708-D600-45ED-9414-DAD5D73053DA}" type="presOf" srcId="{1DB145D2-BB88-499E-B0A1-F40D9615B8F8}" destId="{687DFC25-1E54-4EED-8610-AB383754AE54}" srcOrd="0" destOrd="2" presId="urn:microsoft.com/office/officeart/2005/8/layout/arrow2"/>
    <dgm:cxn modelId="{5A9CFD09-DE1C-480C-8922-88D23006EDEC}" srcId="{869EFBD8-49C2-46AD-AA60-CD96A550C872}" destId="{A20CDF38-7E27-4702-87CA-EEA000D7856C}" srcOrd="1" destOrd="0" parTransId="{2CB2A561-1AD6-401F-B1C5-D9443A66C95D}" sibTransId="{A8094E3F-C7AD-4270-98FA-80D2B8EE6976}"/>
    <dgm:cxn modelId="{428B6C0E-5F85-4BD3-A2EE-C62BC68EEA3D}" srcId="{A2DFB8C9-37E7-425D-9C21-03F7939B0718}" destId="{ABDB6D3A-7593-414A-B890-C49913E35F13}" srcOrd="1" destOrd="0" parTransId="{C0112D82-BA5A-4ACC-BE55-F774D49B53B6}" sibTransId="{9C025332-6245-40C9-8FA7-DD3BAC548447}"/>
    <dgm:cxn modelId="{6074F711-0572-4ECD-AF7D-43A056A6F270}" type="presOf" srcId="{ABDB6D3A-7593-414A-B890-C49913E35F13}" destId="{90A697B1-2B4D-4DBA-BB84-EA8F4BB3F638}" srcOrd="0" destOrd="0" presId="urn:microsoft.com/office/officeart/2005/8/layout/arrow2"/>
    <dgm:cxn modelId="{1C0C2412-668C-416D-B97F-F178842A94AA}" type="presOf" srcId="{A20CDF38-7E27-4702-87CA-EEA000D7856C}" destId="{B6D9C609-1120-4BAE-903C-FDB511AD34C5}" srcOrd="0" destOrd="2" presId="urn:microsoft.com/office/officeart/2005/8/layout/arrow2"/>
    <dgm:cxn modelId="{F2CB8D18-C0EE-422B-A419-3A27ABDC12C0}" srcId="{A2DFB8C9-37E7-425D-9C21-03F7939B0718}" destId="{8C742762-C8B0-4508-B717-169ECE9C93E5}" srcOrd="0" destOrd="0" parTransId="{302AF522-5E84-455F-8B26-6327ED878097}" sibTransId="{9DF2B402-9A32-48BF-8778-C239127E174F}"/>
    <dgm:cxn modelId="{73CCCA1E-42FB-413A-A61A-B407278B1177}" type="presOf" srcId="{DA5B3219-B977-4C2E-BFF2-132FF476EF60}" destId="{01E025FF-2794-4F83-AB76-4AEB84CBFB18}" srcOrd="0" destOrd="3" presId="urn:microsoft.com/office/officeart/2005/8/layout/arrow2"/>
    <dgm:cxn modelId="{70B6131F-1D62-4479-9A66-FEEC7219C99C}" srcId="{A2DFB8C9-37E7-425D-9C21-03F7939B0718}" destId="{869EFBD8-49C2-46AD-AA60-CD96A550C872}" srcOrd="2" destOrd="0" parTransId="{F35DC525-3A6D-4C52-8BD4-387129C21149}" sibTransId="{EC8DE6E5-0C16-4D7F-9DEA-1960D882DBBC}"/>
    <dgm:cxn modelId="{B681A931-9734-4135-8F31-FC4AD892AE91}" srcId="{536A473D-B95C-4531-A5B7-75AA0340D087}" destId="{80FC9ED4-BD30-42C5-8913-622FE423FAAB}" srcOrd="0" destOrd="0" parTransId="{BE298259-1A26-4601-AF7F-5E8CD20FA735}" sibTransId="{A1E1FE70-E62C-4C2D-9DB6-C44A6C108030}"/>
    <dgm:cxn modelId="{C2D05235-AEBA-4700-8741-8BFE0150FE4A}" type="presOf" srcId="{47CDAD25-88E2-48E9-9BC8-768D085E98F8}" destId="{B6D9C609-1120-4BAE-903C-FDB511AD34C5}" srcOrd="0" destOrd="1" presId="urn:microsoft.com/office/officeart/2005/8/layout/arrow2"/>
    <dgm:cxn modelId="{0AE0483C-B6FC-46CB-B1F8-3E60E76EAC41}" srcId="{A2DFB8C9-37E7-425D-9C21-03F7939B0718}" destId="{2BA00B9C-6024-4AD0-AC88-4EC4E67D8223}" srcOrd="3" destOrd="0" parTransId="{DF77326A-2700-416E-A303-E3FE07541B59}" sibTransId="{656CDE7F-058E-4A43-A95D-F3427BF5C2CD}"/>
    <dgm:cxn modelId="{2BD35A5E-890A-4C85-9A29-31591BE32770}" srcId="{869EFBD8-49C2-46AD-AA60-CD96A550C872}" destId="{47CDAD25-88E2-48E9-9BC8-768D085E98F8}" srcOrd="0" destOrd="0" parTransId="{B1D0F702-0355-43B2-9914-8B9C7FD95356}" sibTransId="{FB322E04-C8CA-43F7-B4EA-1E3CA4E1358C}"/>
    <dgm:cxn modelId="{8506DE60-179A-47ED-86E3-00FF88818BC4}" type="presOf" srcId="{8C742762-C8B0-4508-B717-169ECE9C93E5}" destId="{687DFC25-1E54-4EED-8610-AB383754AE54}" srcOrd="0" destOrd="0" presId="urn:microsoft.com/office/officeart/2005/8/layout/arrow2"/>
    <dgm:cxn modelId="{DE9B1441-696B-4B98-9E39-FF5D2FB4B38B}" type="presOf" srcId="{3609FACD-6F75-4558-A885-127D96177673}" destId="{687DFC25-1E54-4EED-8610-AB383754AE54}" srcOrd="0" destOrd="1" presId="urn:microsoft.com/office/officeart/2005/8/layout/arrow2"/>
    <dgm:cxn modelId="{69F96B41-2048-4772-818C-B1AAB45E5076}" type="presOf" srcId="{B2D4B69B-F52E-4B3E-BE54-70D0340A8B2B}" destId="{01E025FF-2794-4F83-AB76-4AEB84CBFB18}" srcOrd="0" destOrd="5" presId="urn:microsoft.com/office/officeart/2005/8/layout/arrow2"/>
    <dgm:cxn modelId="{1770854B-EABC-4F03-B29B-BBEEA2B758DE}" srcId="{A2DFB8C9-37E7-425D-9C21-03F7939B0718}" destId="{536A473D-B95C-4531-A5B7-75AA0340D087}" srcOrd="4" destOrd="0" parTransId="{45EA6076-EB30-44A6-BAE3-331B8C96D921}" sibTransId="{715784F1-BA53-4A90-9AC6-AEA07A4553AB}"/>
    <dgm:cxn modelId="{45147A6D-882D-4CAE-9F58-4355BAB070C6}" type="presOf" srcId="{6B82F0C4-3167-4F64-B18E-FD2F809F4BEB}" destId="{90A697B1-2B4D-4DBA-BB84-EA8F4BB3F638}" srcOrd="0" destOrd="1" presId="urn:microsoft.com/office/officeart/2005/8/layout/arrow2"/>
    <dgm:cxn modelId="{9A67F24F-79E4-4A04-AE86-57848841F708}" srcId="{2BA00B9C-6024-4AD0-AC88-4EC4E67D8223}" destId="{D0199632-5B8F-48C8-A10B-3B07A1B71F81}" srcOrd="1" destOrd="0" parTransId="{2019B71E-4DA5-47FB-AC65-909FC2962C0F}" sibTransId="{5517841F-B9DC-44DA-BE7A-19B4B5168FE0}"/>
    <dgm:cxn modelId="{293D2672-45DF-402F-A5D6-D3B5C4598B02}" srcId="{2BA00B9C-6024-4AD0-AC88-4EC4E67D8223}" destId="{3143B171-FF0D-4AB3-9E09-7F80ADDDED5B}" srcOrd="3" destOrd="0" parTransId="{79E7C4FB-9F97-4919-B240-39EC7D6322A1}" sibTransId="{C037D2DA-DD8B-40EE-842D-1986E73DAAAD}"/>
    <dgm:cxn modelId="{5720C376-EDE8-422A-872C-4B9B0037C7A3}" srcId="{2BA00B9C-6024-4AD0-AC88-4EC4E67D8223}" destId="{0EE9916F-AFBF-4628-A3A5-D884F4F50354}" srcOrd="0" destOrd="0" parTransId="{B70AA865-95A2-48BD-9FBE-13A91396624D}" sibTransId="{57F0560D-0E1B-4B5D-AA54-A84FBE57EABC}"/>
    <dgm:cxn modelId="{21B1EB59-99D4-477B-B553-6865E8DBDD0C}" srcId="{8C742762-C8B0-4508-B717-169ECE9C93E5}" destId="{1DB145D2-BB88-499E-B0A1-F40D9615B8F8}" srcOrd="1" destOrd="0" parTransId="{151044BA-95A4-4721-A745-3ED389CCBD21}" sibTransId="{DF27ADEA-DFE8-4533-92CA-7C00826D53D2}"/>
    <dgm:cxn modelId="{40460886-EB8B-4C6F-9E70-EB34069C6A5B}" type="presOf" srcId="{D0199632-5B8F-48C8-A10B-3B07A1B71F81}" destId="{01E025FF-2794-4F83-AB76-4AEB84CBFB18}" srcOrd="0" destOrd="2" presId="urn:microsoft.com/office/officeart/2005/8/layout/arrow2"/>
    <dgm:cxn modelId="{09599D88-4D58-4E2E-962C-4BCA064A599A}" type="presOf" srcId="{0EE9916F-AFBF-4628-A3A5-D884F4F50354}" destId="{01E025FF-2794-4F83-AB76-4AEB84CBFB18}" srcOrd="0" destOrd="1" presId="urn:microsoft.com/office/officeart/2005/8/layout/arrow2"/>
    <dgm:cxn modelId="{FECB64A8-7A7A-4000-AADE-7FB9E00D9321}" type="presOf" srcId="{3143B171-FF0D-4AB3-9E09-7F80ADDDED5B}" destId="{01E025FF-2794-4F83-AB76-4AEB84CBFB18}" srcOrd="0" destOrd="4" presId="urn:microsoft.com/office/officeart/2005/8/layout/arrow2"/>
    <dgm:cxn modelId="{A811CBAC-5AD5-4A66-BDAA-01D857DA8B56}" type="presOf" srcId="{2BA00B9C-6024-4AD0-AC88-4EC4E67D8223}" destId="{01E025FF-2794-4F83-AB76-4AEB84CBFB18}" srcOrd="0" destOrd="0" presId="urn:microsoft.com/office/officeart/2005/8/layout/arrow2"/>
    <dgm:cxn modelId="{BA6C0ABA-0C54-450B-A255-1976DE706BCD}" srcId="{2BA00B9C-6024-4AD0-AC88-4EC4E67D8223}" destId="{DA5B3219-B977-4C2E-BFF2-132FF476EF60}" srcOrd="2" destOrd="0" parTransId="{A7D75952-50DB-46AF-93E4-B779C2B37EA5}" sibTransId="{F9B2A970-DEF6-4DE4-B534-BFACA22FDE78}"/>
    <dgm:cxn modelId="{BD2EDFC2-866E-4265-B30B-9266A83F6DAD}" srcId="{8C742762-C8B0-4508-B717-169ECE9C93E5}" destId="{3609FACD-6F75-4558-A885-127D96177673}" srcOrd="0" destOrd="0" parTransId="{9C0C8169-35BF-4C2A-BAF7-5653194A64D1}" sibTransId="{53DB640E-4F97-43F1-8131-6875B116AEAA}"/>
    <dgm:cxn modelId="{B9350CC4-DFFF-482D-B4C4-67CC617D32DC}" type="presOf" srcId="{536A473D-B95C-4531-A5B7-75AA0340D087}" destId="{62921309-2995-4673-AF0B-3E26936D58E4}" srcOrd="0" destOrd="0" presId="urn:microsoft.com/office/officeart/2005/8/layout/arrow2"/>
    <dgm:cxn modelId="{874568CE-3249-4002-9ED8-E813C259A12C}" type="presOf" srcId="{869EFBD8-49C2-46AD-AA60-CD96A550C872}" destId="{B6D9C609-1120-4BAE-903C-FDB511AD34C5}" srcOrd="0" destOrd="0" presId="urn:microsoft.com/office/officeart/2005/8/layout/arrow2"/>
    <dgm:cxn modelId="{4AA8D1D0-F28A-4EED-BF89-4B0DCA54E40B}" srcId="{2BA00B9C-6024-4AD0-AC88-4EC4E67D8223}" destId="{B2D4B69B-F52E-4B3E-BE54-70D0340A8B2B}" srcOrd="4" destOrd="0" parTransId="{8C916B6A-F225-4AC1-92CB-3D8E23208E4C}" sibTransId="{ABDE9B31-98C8-4D30-8138-A8CA6EC4AABE}"/>
    <dgm:cxn modelId="{DA9C31D3-5955-4AB7-B65E-95E62A49CB73}" type="presOf" srcId="{A2DFB8C9-37E7-425D-9C21-03F7939B0718}" destId="{481BFD23-8461-4EE3-8209-48D49132DE1C}" srcOrd="0" destOrd="0" presId="urn:microsoft.com/office/officeart/2005/8/layout/arrow2"/>
    <dgm:cxn modelId="{62C8EED6-B37F-4AF2-A125-6F6E3CC3DD23}" type="presOf" srcId="{80FC9ED4-BD30-42C5-8913-622FE423FAAB}" destId="{62921309-2995-4673-AF0B-3E26936D58E4}" srcOrd="0" destOrd="1" presId="urn:microsoft.com/office/officeart/2005/8/layout/arrow2"/>
    <dgm:cxn modelId="{FC377DF0-0683-42B1-9338-40CB64FC445A}" srcId="{ABDB6D3A-7593-414A-B890-C49913E35F13}" destId="{6B82F0C4-3167-4F64-B18E-FD2F809F4BEB}" srcOrd="0" destOrd="0" parTransId="{ABAA9198-3CDA-41F3-9DCB-B8C8D44212AD}" sibTransId="{2A5BC3A0-BDB6-4AA3-9B39-5B9ED87E40E7}"/>
    <dgm:cxn modelId="{8AE9ED1E-A379-4FC3-8C16-59DA60658F6F}" type="presParOf" srcId="{481BFD23-8461-4EE3-8209-48D49132DE1C}" destId="{51632FED-680A-4B19-9429-323FA1A8D8AC}" srcOrd="0" destOrd="0" presId="urn:microsoft.com/office/officeart/2005/8/layout/arrow2"/>
    <dgm:cxn modelId="{98BAC78D-CD7D-46B6-AA66-5B0A9670FAAB}" type="presParOf" srcId="{481BFD23-8461-4EE3-8209-48D49132DE1C}" destId="{04D7602A-DD38-41D1-BA30-85AAAC24BA5E}" srcOrd="1" destOrd="0" presId="urn:microsoft.com/office/officeart/2005/8/layout/arrow2"/>
    <dgm:cxn modelId="{5239803F-8EF0-4E0A-8A4F-745C9579145F}" type="presParOf" srcId="{04D7602A-DD38-41D1-BA30-85AAAC24BA5E}" destId="{EC039FAD-FAE6-4662-A215-BF72A5B4DE34}" srcOrd="0" destOrd="0" presId="urn:microsoft.com/office/officeart/2005/8/layout/arrow2"/>
    <dgm:cxn modelId="{442B0CB9-7F13-4E0E-9F87-547D98AC1CDE}" type="presParOf" srcId="{04D7602A-DD38-41D1-BA30-85AAAC24BA5E}" destId="{687DFC25-1E54-4EED-8610-AB383754AE54}" srcOrd="1" destOrd="0" presId="urn:microsoft.com/office/officeart/2005/8/layout/arrow2"/>
    <dgm:cxn modelId="{29919338-8333-4405-8414-F5A604A7A783}" type="presParOf" srcId="{04D7602A-DD38-41D1-BA30-85AAAC24BA5E}" destId="{B54700AA-14B1-405B-AE6F-CAC2BC2609BC}" srcOrd="2" destOrd="0" presId="urn:microsoft.com/office/officeart/2005/8/layout/arrow2"/>
    <dgm:cxn modelId="{5F6823AD-A041-4FF2-A986-0739F2CA5233}" type="presParOf" srcId="{04D7602A-DD38-41D1-BA30-85AAAC24BA5E}" destId="{90A697B1-2B4D-4DBA-BB84-EA8F4BB3F638}" srcOrd="3" destOrd="0" presId="urn:microsoft.com/office/officeart/2005/8/layout/arrow2"/>
    <dgm:cxn modelId="{9AC8EF84-F19E-424C-9E21-E85DDB31938F}" type="presParOf" srcId="{04D7602A-DD38-41D1-BA30-85AAAC24BA5E}" destId="{D8838411-B03E-4477-8B85-8EAE6305E4FD}" srcOrd="4" destOrd="0" presId="urn:microsoft.com/office/officeart/2005/8/layout/arrow2"/>
    <dgm:cxn modelId="{161AC22A-A81F-4FE5-BC28-A50D450F2B91}" type="presParOf" srcId="{04D7602A-DD38-41D1-BA30-85AAAC24BA5E}" destId="{B6D9C609-1120-4BAE-903C-FDB511AD34C5}" srcOrd="5" destOrd="0" presId="urn:microsoft.com/office/officeart/2005/8/layout/arrow2"/>
    <dgm:cxn modelId="{8EDDF645-1094-4F61-8939-707C681DFE01}" type="presParOf" srcId="{04D7602A-DD38-41D1-BA30-85AAAC24BA5E}" destId="{C9D49B4C-076C-4C62-8CCB-717833CDCD05}" srcOrd="6" destOrd="0" presId="urn:microsoft.com/office/officeart/2005/8/layout/arrow2"/>
    <dgm:cxn modelId="{8172863C-04E2-4461-A682-30F8755C5DD0}" type="presParOf" srcId="{04D7602A-DD38-41D1-BA30-85AAAC24BA5E}" destId="{01E025FF-2794-4F83-AB76-4AEB84CBFB18}" srcOrd="7" destOrd="0" presId="urn:microsoft.com/office/officeart/2005/8/layout/arrow2"/>
    <dgm:cxn modelId="{6E2F2488-D061-4380-9B8C-F7F0A132519F}" type="presParOf" srcId="{04D7602A-DD38-41D1-BA30-85AAAC24BA5E}" destId="{B1DBF518-B58F-4E79-B3C1-8A8A053DAF6D}" srcOrd="8" destOrd="0" presId="urn:microsoft.com/office/officeart/2005/8/layout/arrow2"/>
    <dgm:cxn modelId="{5E0CA5AA-411C-4E43-93C4-3D16A59A1FEA}" type="presParOf" srcId="{04D7602A-DD38-41D1-BA30-85AAAC24BA5E}" destId="{62921309-2995-4673-AF0B-3E26936D58E4}" srcOrd="9" destOrd="0" presId="urn:microsoft.com/office/officeart/2005/8/layout/arrow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859344F-4206-4E38-8456-AE7F31A98522}" type="doc">
      <dgm:prSet loTypeId="urn:microsoft.com/office/officeart/2005/8/layout/hierarchy2" loCatId="hierarchy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fr-FR"/>
        </a:p>
      </dgm:t>
    </dgm:pt>
    <dgm:pt modelId="{904862C6-E793-4050-B4A5-0B224199FCAE}">
      <dgm:prSet phldrT="[Texte]" custT="1"/>
      <dgm:spPr/>
      <dgm:t>
        <a:bodyPr/>
        <a:lstStyle/>
        <a:p>
          <a:r>
            <a:rPr lang="fr-FR" sz="1600" dirty="0"/>
            <a:t>Master Node </a:t>
          </a:r>
        </a:p>
      </dgm:t>
    </dgm:pt>
    <dgm:pt modelId="{941B8B40-E5DC-4111-9E1F-F6C95249154E}" type="parTrans" cxnId="{70D81345-7D10-445F-9637-8137948203A0}">
      <dgm:prSet/>
      <dgm:spPr/>
      <dgm:t>
        <a:bodyPr/>
        <a:lstStyle/>
        <a:p>
          <a:endParaRPr lang="fr-FR" sz="1600"/>
        </a:p>
      </dgm:t>
    </dgm:pt>
    <dgm:pt modelId="{4B9B965C-AB74-422A-9AF6-A5D3369A9B1D}" type="sibTrans" cxnId="{70D81345-7D10-445F-9637-8137948203A0}">
      <dgm:prSet/>
      <dgm:spPr/>
      <dgm:t>
        <a:bodyPr/>
        <a:lstStyle/>
        <a:p>
          <a:endParaRPr lang="fr-FR" sz="1600"/>
        </a:p>
      </dgm:t>
    </dgm:pt>
    <dgm:pt modelId="{527960CF-DD90-438E-97C4-3120308F192F}">
      <dgm:prSet phldrT="[Texte]" custT="1"/>
      <dgm:spPr/>
      <dgm:t>
        <a:bodyPr/>
        <a:lstStyle/>
        <a:p>
          <a:r>
            <a:rPr lang="fr-FR" sz="1600" dirty="0" err="1"/>
            <a:t>Core</a:t>
          </a:r>
          <a:r>
            <a:rPr lang="fr-FR" sz="1600" dirty="0"/>
            <a:t> Node</a:t>
          </a:r>
        </a:p>
      </dgm:t>
    </dgm:pt>
    <dgm:pt modelId="{93EC40A8-6B54-4058-9EB6-C8F0AC5B7D80}" type="parTrans" cxnId="{60FEAA7D-C0B1-4331-AFE9-60953F63265A}">
      <dgm:prSet custT="1"/>
      <dgm:spPr/>
      <dgm:t>
        <a:bodyPr/>
        <a:lstStyle/>
        <a:p>
          <a:endParaRPr lang="fr-FR" sz="1600"/>
        </a:p>
      </dgm:t>
    </dgm:pt>
    <dgm:pt modelId="{EA6C157E-F5D5-4F05-8B0E-81C925DC154C}" type="sibTrans" cxnId="{60FEAA7D-C0B1-4331-AFE9-60953F63265A}">
      <dgm:prSet/>
      <dgm:spPr/>
      <dgm:t>
        <a:bodyPr/>
        <a:lstStyle/>
        <a:p>
          <a:endParaRPr lang="fr-FR" sz="1600"/>
        </a:p>
      </dgm:t>
    </dgm:pt>
    <dgm:pt modelId="{9ECC10F0-3BDF-4538-982F-A9B0AF73756C}">
      <dgm:prSet phldrT="[Texte]" custT="1"/>
      <dgm:spPr/>
      <dgm:t>
        <a:bodyPr/>
        <a:lstStyle/>
        <a:p>
          <a:r>
            <a:rPr lang="fr-FR" sz="1600" dirty="0" err="1"/>
            <a:t>Core</a:t>
          </a:r>
          <a:r>
            <a:rPr lang="fr-FR" sz="1600" dirty="0"/>
            <a:t> Node</a:t>
          </a:r>
        </a:p>
      </dgm:t>
    </dgm:pt>
    <dgm:pt modelId="{989DB5E9-58CA-4F08-A191-20225E214694}" type="parTrans" cxnId="{BB130C9D-CDAF-44CB-9442-7E2B7C765939}">
      <dgm:prSet custT="1"/>
      <dgm:spPr/>
      <dgm:t>
        <a:bodyPr/>
        <a:lstStyle/>
        <a:p>
          <a:endParaRPr lang="fr-FR" sz="1600"/>
        </a:p>
      </dgm:t>
    </dgm:pt>
    <dgm:pt modelId="{81BF5254-79D3-4560-AA45-E839B2807DBC}" type="sibTrans" cxnId="{BB130C9D-CDAF-44CB-9442-7E2B7C765939}">
      <dgm:prSet/>
      <dgm:spPr/>
      <dgm:t>
        <a:bodyPr/>
        <a:lstStyle/>
        <a:p>
          <a:endParaRPr lang="fr-FR" sz="1600"/>
        </a:p>
      </dgm:t>
    </dgm:pt>
    <dgm:pt modelId="{BB573F62-5116-48D4-8350-1407F8A0406E}">
      <dgm:prSet phldrT="[Texte]" custT="1"/>
      <dgm:spPr/>
      <dgm:t>
        <a:bodyPr/>
        <a:lstStyle/>
        <a:p>
          <a:r>
            <a:rPr lang="fr-FR" sz="1600" dirty="0" err="1"/>
            <a:t>Core</a:t>
          </a:r>
          <a:r>
            <a:rPr lang="fr-FR" sz="1600" dirty="0"/>
            <a:t> Node</a:t>
          </a:r>
        </a:p>
      </dgm:t>
    </dgm:pt>
    <dgm:pt modelId="{72BD405E-0A26-4F49-8BCF-B7A3BE7AC955}" type="parTrans" cxnId="{02FDC7D6-D0B4-424D-8CED-1E635B2C2BA8}">
      <dgm:prSet custT="1"/>
      <dgm:spPr/>
      <dgm:t>
        <a:bodyPr/>
        <a:lstStyle/>
        <a:p>
          <a:endParaRPr lang="fr-FR" sz="1600"/>
        </a:p>
      </dgm:t>
    </dgm:pt>
    <dgm:pt modelId="{44A63E52-14A5-4786-88DF-CB95D0AF24A4}" type="sibTrans" cxnId="{02FDC7D6-D0B4-424D-8CED-1E635B2C2BA8}">
      <dgm:prSet/>
      <dgm:spPr/>
      <dgm:t>
        <a:bodyPr/>
        <a:lstStyle/>
        <a:p>
          <a:endParaRPr lang="fr-FR" sz="1600"/>
        </a:p>
      </dgm:t>
    </dgm:pt>
    <dgm:pt modelId="{214E813C-CF09-4C9C-8386-54784E51DE99}">
      <dgm:prSet phldrT="[Texte]" custT="1"/>
      <dgm:spPr/>
      <dgm:t>
        <a:bodyPr/>
        <a:lstStyle/>
        <a:p>
          <a:r>
            <a:rPr lang="fr-FR" sz="1600" dirty="0" err="1"/>
            <a:t>Core</a:t>
          </a:r>
          <a:r>
            <a:rPr lang="fr-FR" sz="1600" dirty="0"/>
            <a:t> Node</a:t>
          </a:r>
        </a:p>
      </dgm:t>
    </dgm:pt>
    <dgm:pt modelId="{078AF366-671D-4AA7-9362-81BAD2386474}" type="parTrans" cxnId="{A0B365DB-7144-4B0F-9742-816F62ABA314}">
      <dgm:prSet/>
      <dgm:spPr/>
      <dgm:t>
        <a:bodyPr/>
        <a:lstStyle/>
        <a:p>
          <a:endParaRPr lang="fr-FR"/>
        </a:p>
      </dgm:t>
    </dgm:pt>
    <dgm:pt modelId="{62EC9ED2-35A8-4112-9EDB-A1535990354A}" type="sibTrans" cxnId="{A0B365DB-7144-4B0F-9742-816F62ABA314}">
      <dgm:prSet/>
      <dgm:spPr/>
      <dgm:t>
        <a:bodyPr/>
        <a:lstStyle/>
        <a:p>
          <a:endParaRPr lang="fr-FR"/>
        </a:p>
      </dgm:t>
    </dgm:pt>
    <dgm:pt modelId="{15D5DFF2-8E29-46C3-9F4E-A7D305F61B31}" type="pres">
      <dgm:prSet presAssocID="{0859344F-4206-4E38-8456-AE7F31A9852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F3A1A7A-FD97-4DF8-9838-373BF18202A1}" type="pres">
      <dgm:prSet presAssocID="{904862C6-E793-4050-B4A5-0B224199FCAE}" presName="root1" presStyleCnt="0"/>
      <dgm:spPr/>
    </dgm:pt>
    <dgm:pt modelId="{7197A4E6-BB32-4AFC-869A-16399A2AD13D}" type="pres">
      <dgm:prSet presAssocID="{904862C6-E793-4050-B4A5-0B224199FCAE}" presName="LevelOneTextNode" presStyleLbl="node0" presStyleIdx="0" presStyleCnt="1">
        <dgm:presLayoutVars>
          <dgm:chPref val="3"/>
        </dgm:presLayoutVars>
      </dgm:prSet>
      <dgm:spPr/>
    </dgm:pt>
    <dgm:pt modelId="{D607C2CC-F07C-4C7A-BAD7-733FEBACA08A}" type="pres">
      <dgm:prSet presAssocID="{904862C6-E793-4050-B4A5-0B224199FCAE}" presName="level2hierChild" presStyleCnt="0"/>
      <dgm:spPr/>
    </dgm:pt>
    <dgm:pt modelId="{2017D0C5-1295-429F-AB7D-D7E4F71B7BE8}" type="pres">
      <dgm:prSet presAssocID="{93EC40A8-6B54-4058-9EB6-C8F0AC5B7D80}" presName="conn2-1" presStyleLbl="parChTrans1D2" presStyleIdx="0" presStyleCnt="2"/>
      <dgm:spPr/>
    </dgm:pt>
    <dgm:pt modelId="{A436E08B-1318-47A4-81EC-E1C48C1A38F5}" type="pres">
      <dgm:prSet presAssocID="{93EC40A8-6B54-4058-9EB6-C8F0AC5B7D80}" presName="connTx" presStyleLbl="parChTrans1D2" presStyleIdx="0" presStyleCnt="2"/>
      <dgm:spPr/>
    </dgm:pt>
    <dgm:pt modelId="{7D27C957-A64B-4BB9-B824-4837F4E1B6CD}" type="pres">
      <dgm:prSet presAssocID="{527960CF-DD90-438E-97C4-3120308F192F}" presName="root2" presStyleCnt="0"/>
      <dgm:spPr/>
    </dgm:pt>
    <dgm:pt modelId="{39C9B99B-CED4-43DC-B098-66A5B38D5C28}" type="pres">
      <dgm:prSet presAssocID="{527960CF-DD90-438E-97C4-3120308F192F}" presName="LevelTwoTextNode" presStyleLbl="node2" presStyleIdx="0" presStyleCnt="2" custLinFactNeighborX="327" custLinFactNeighborY="-90535">
        <dgm:presLayoutVars>
          <dgm:chPref val="3"/>
        </dgm:presLayoutVars>
      </dgm:prSet>
      <dgm:spPr/>
    </dgm:pt>
    <dgm:pt modelId="{21E65C22-7F21-43D0-BD78-1F943AF682BC}" type="pres">
      <dgm:prSet presAssocID="{527960CF-DD90-438E-97C4-3120308F192F}" presName="level3hierChild" presStyleCnt="0"/>
      <dgm:spPr/>
    </dgm:pt>
    <dgm:pt modelId="{B4342E08-A4E0-4457-9181-6FCF1793E883}" type="pres">
      <dgm:prSet presAssocID="{989DB5E9-58CA-4F08-A191-20225E214694}" presName="conn2-1" presStyleLbl="parChTrans1D3" presStyleIdx="0" presStyleCnt="2"/>
      <dgm:spPr/>
    </dgm:pt>
    <dgm:pt modelId="{5D7C0614-C9CF-4854-A4B8-A8E32206A424}" type="pres">
      <dgm:prSet presAssocID="{989DB5E9-58CA-4F08-A191-20225E214694}" presName="connTx" presStyleLbl="parChTrans1D3" presStyleIdx="0" presStyleCnt="2"/>
      <dgm:spPr/>
    </dgm:pt>
    <dgm:pt modelId="{BDDB1DB5-8768-4D1D-B841-094D749CF2AF}" type="pres">
      <dgm:prSet presAssocID="{9ECC10F0-3BDF-4538-982F-A9B0AF73756C}" presName="root2" presStyleCnt="0"/>
      <dgm:spPr/>
    </dgm:pt>
    <dgm:pt modelId="{B54C8BC0-9FFF-4651-8B11-307E1E22DAA4}" type="pres">
      <dgm:prSet presAssocID="{9ECC10F0-3BDF-4538-982F-A9B0AF73756C}" presName="LevelTwoTextNode" presStyleLbl="node3" presStyleIdx="0" presStyleCnt="2">
        <dgm:presLayoutVars>
          <dgm:chPref val="3"/>
        </dgm:presLayoutVars>
      </dgm:prSet>
      <dgm:spPr/>
    </dgm:pt>
    <dgm:pt modelId="{0F734FCD-F979-44CD-AA48-4DAD42842BE3}" type="pres">
      <dgm:prSet presAssocID="{9ECC10F0-3BDF-4538-982F-A9B0AF73756C}" presName="level3hierChild" presStyleCnt="0"/>
      <dgm:spPr/>
    </dgm:pt>
    <dgm:pt modelId="{4648A1C6-86CD-46BD-98BB-6AC5398C80AE}" type="pres">
      <dgm:prSet presAssocID="{72BD405E-0A26-4F49-8BCF-B7A3BE7AC955}" presName="conn2-1" presStyleLbl="parChTrans1D2" presStyleIdx="1" presStyleCnt="2"/>
      <dgm:spPr/>
    </dgm:pt>
    <dgm:pt modelId="{1FC231DE-51C7-4436-B0EB-145A922F8649}" type="pres">
      <dgm:prSet presAssocID="{72BD405E-0A26-4F49-8BCF-B7A3BE7AC955}" presName="connTx" presStyleLbl="parChTrans1D2" presStyleIdx="1" presStyleCnt="2"/>
      <dgm:spPr/>
    </dgm:pt>
    <dgm:pt modelId="{CE6330D4-5EFA-43F8-8336-83C221708124}" type="pres">
      <dgm:prSet presAssocID="{BB573F62-5116-48D4-8350-1407F8A0406E}" presName="root2" presStyleCnt="0"/>
      <dgm:spPr/>
    </dgm:pt>
    <dgm:pt modelId="{C8062357-C16E-49F7-B9CD-0956B478537D}" type="pres">
      <dgm:prSet presAssocID="{BB573F62-5116-48D4-8350-1407F8A0406E}" presName="LevelTwoTextNode" presStyleLbl="node2" presStyleIdx="1" presStyleCnt="2" custLinFactY="7644" custLinFactNeighborY="100000">
        <dgm:presLayoutVars>
          <dgm:chPref val="3"/>
        </dgm:presLayoutVars>
      </dgm:prSet>
      <dgm:spPr/>
    </dgm:pt>
    <dgm:pt modelId="{DF055832-9E8E-472F-AE25-65E83853DA83}" type="pres">
      <dgm:prSet presAssocID="{BB573F62-5116-48D4-8350-1407F8A0406E}" presName="level3hierChild" presStyleCnt="0"/>
      <dgm:spPr/>
    </dgm:pt>
    <dgm:pt modelId="{8B418A9A-F1E7-4D48-85A9-DB7E3B40D07C}" type="pres">
      <dgm:prSet presAssocID="{078AF366-671D-4AA7-9362-81BAD2386474}" presName="conn2-1" presStyleLbl="parChTrans1D3" presStyleIdx="1" presStyleCnt="2"/>
      <dgm:spPr/>
    </dgm:pt>
    <dgm:pt modelId="{BE86868B-5909-46E3-828D-6265C5C1A3CC}" type="pres">
      <dgm:prSet presAssocID="{078AF366-671D-4AA7-9362-81BAD2386474}" presName="connTx" presStyleLbl="parChTrans1D3" presStyleIdx="1" presStyleCnt="2"/>
      <dgm:spPr/>
    </dgm:pt>
    <dgm:pt modelId="{FC1C8806-EA22-4E1C-83DE-070A61D9EC5C}" type="pres">
      <dgm:prSet presAssocID="{214E813C-CF09-4C9C-8386-54784E51DE99}" presName="root2" presStyleCnt="0"/>
      <dgm:spPr/>
    </dgm:pt>
    <dgm:pt modelId="{9F66B2CE-9263-4B86-A510-C2E869616E75}" type="pres">
      <dgm:prSet presAssocID="{214E813C-CF09-4C9C-8386-54784E51DE99}" presName="LevelTwoTextNode" presStyleLbl="node3" presStyleIdx="1" presStyleCnt="2" custLinFactNeighborX="535" custLinFactNeighborY="729">
        <dgm:presLayoutVars>
          <dgm:chPref val="3"/>
        </dgm:presLayoutVars>
      </dgm:prSet>
      <dgm:spPr/>
    </dgm:pt>
    <dgm:pt modelId="{2BFEC4FB-7717-4973-AEB6-C02ADC568CE5}" type="pres">
      <dgm:prSet presAssocID="{214E813C-CF09-4C9C-8386-54784E51DE99}" presName="level3hierChild" presStyleCnt="0"/>
      <dgm:spPr/>
    </dgm:pt>
  </dgm:ptLst>
  <dgm:cxnLst>
    <dgm:cxn modelId="{0EF94C15-851E-4C50-A490-FAF53038977A}" type="presOf" srcId="{93EC40A8-6B54-4058-9EB6-C8F0AC5B7D80}" destId="{A436E08B-1318-47A4-81EC-E1C48C1A38F5}" srcOrd="1" destOrd="0" presId="urn:microsoft.com/office/officeart/2005/8/layout/hierarchy2"/>
    <dgm:cxn modelId="{85A81A18-B329-435B-A69A-8F67A950F31F}" type="presOf" srcId="{527960CF-DD90-438E-97C4-3120308F192F}" destId="{39C9B99B-CED4-43DC-B098-66A5B38D5C28}" srcOrd="0" destOrd="0" presId="urn:microsoft.com/office/officeart/2005/8/layout/hierarchy2"/>
    <dgm:cxn modelId="{A485231C-2F62-4E49-8F9E-02A999357ECB}" type="presOf" srcId="{0859344F-4206-4E38-8456-AE7F31A98522}" destId="{15D5DFF2-8E29-46C3-9F4E-A7D305F61B31}" srcOrd="0" destOrd="0" presId="urn:microsoft.com/office/officeart/2005/8/layout/hierarchy2"/>
    <dgm:cxn modelId="{65DDB91C-244C-44FC-B05B-9D0679193AA0}" type="presOf" srcId="{078AF366-671D-4AA7-9362-81BAD2386474}" destId="{BE86868B-5909-46E3-828D-6265C5C1A3CC}" srcOrd="1" destOrd="0" presId="urn:microsoft.com/office/officeart/2005/8/layout/hierarchy2"/>
    <dgm:cxn modelId="{9490A425-039C-47D8-8276-44DD5D147B4F}" type="presOf" srcId="{BB573F62-5116-48D4-8350-1407F8A0406E}" destId="{C8062357-C16E-49F7-B9CD-0956B478537D}" srcOrd="0" destOrd="0" presId="urn:microsoft.com/office/officeart/2005/8/layout/hierarchy2"/>
    <dgm:cxn modelId="{6A25E62D-80E4-4DFB-AF87-840CD498E138}" type="presOf" srcId="{72BD405E-0A26-4F49-8BCF-B7A3BE7AC955}" destId="{4648A1C6-86CD-46BD-98BB-6AC5398C80AE}" srcOrd="0" destOrd="0" presId="urn:microsoft.com/office/officeart/2005/8/layout/hierarchy2"/>
    <dgm:cxn modelId="{58022E37-0349-4E12-9C24-6B5EF00BEDA1}" type="presOf" srcId="{904862C6-E793-4050-B4A5-0B224199FCAE}" destId="{7197A4E6-BB32-4AFC-869A-16399A2AD13D}" srcOrd="0" destOrd="0" presId="urn:microsoft.com/office/officeart/2005/8/layout/hierarchy2"/>
    <dgm:cxn modelId="{70D81345-7D10-445F-9637-8137948203A0}" srcId="{0859344F-4206-4E38-8456-AE7F31A98522}" destId="{904862C6-E793-4050-B4A5-0B224199FCAE}" srcOrd="0" destOrd="0" parTransId="{941B8B40-E5DC-4111-9E1F-F6C95249154E}" sibTransId="{4B9B965C-AB74-422A-9AF6-A5D3369A9B1D}"/>
    <dgm:cxn modelId="{6ADBD046-C0BC-42CC-950F-B5E0BB5F801E}" type="presOf" srcId="{214E813C-CF09-4C9C-8386-54784E51DE99}" destId="{9F66B2CE-9263-4B86-A510-C2E869616E75}" srcOrd="0" destOrd="0" presId="urn:microsoft.com/office/officeart/2005/8/layout/hierarchy2"/>
    <dgm:cxn modelId="{51444672-996B-4496-A174-D685ED0E9145}" type="presOf" srcId="{989DB5E9-58CA-4F08-A191-20225E214694}" destId="{B4342E08-A4E0-4457-9181-6FCF1793E883}" srcOrd="0" destOrd="0" presId="urn:microsoft.com/office/officeart/2005/8/layout/hierarchy2"/>
    <dgm:cxn modelId="{60FEAA7D-C0B1-4331-AFE9-60953F63265A}" srcId="{904862C6-E793-4050-B4A5-0B224199FCAE}" destId="{527960CF-DD90-438E-97C4-3120308F192F}" srcOrd="0" destOrd="0" parTransId="{93EC40A8-6B54-4058-9EB6-C8F0AC5B7D80}" sibTransId="{EA6C157E-F5D5-4F05-8B0E-81C925DC154C}"/>
    <dgm:cxn modelId="{BB130C9D-CDAF-44CB-9442-7E2B7C765939}" srcId="{527960CF-DD90-438E-97C4-3120308F192F}" destId="{9ECC10F0-3BDF-4538-982F-A9B0AF73756C}" srcOrd="0" destOrd="0" parTransId="{989DB5E9-58CA-4F08-A191-20225E214694}" sibTransId="{81BF5254-79D3-4560-AA45-E839B2807DBC}"/>
    <dgm:cxn modelId="{1500E4A3-AD3A-4168-B752-852677008699}" type="presOf" srcId="{078AF366-671D-4AA7-9362-81BAD2386474}" destId="{8B418A9A-F1E7-4D48-85A9-DB7E3B40D07C}" srcOrd="0" destOrd="0" presId="urn:microsoft.com/office/officeart/2005/8/layout/hierarchy2"/>
    <dgm:cxn modelId="{22E724AF-A3B7-4436-BC81-515F712BE405}" type="presOf" srcId="{93EC40A8-6B54-4058-9EB6-C8F0AC5B7D80}" destId="{2017D0C5-1295-429F-AB7D-D7E4F71B7BE8}" srcOrd="0" destOrd="0" presId="urn:microsoft.com/office/officeart/2005/8/layout/hierarchy2"/>
    <dgm:cxn modelId="{7D69D1BD-FF6E-44DB-8460-1F40B591FF93}" type="presOf" srcId="{989DB5E9-58CA-4F08-A191-20225E214694}" destId="{5D7C0614-C9CF-4854-A4B8-A8E32206A424}" srcOrd="1" destOrd="0" presId="urn:microsoft.com/office/officeart/2005/8/layout/hierarchy2"/>
    <dgm:cxn modelId="{5934AFD2-F6B3-4D57-90E7-9BEF6D8A9882}" type="presOf" srcId="{72BD405E-0A26-4F49-8BCF-B7A3BE7AC955}" destId="{1FC231DE-51C7-4436-B0EB-145A922F8649}" srcOrd="1" destOrd="0" presId="urn:microsoft.com/office/officeart/2005/8/layout/hierarchy2"/>
    <dgm:cxn modelId="{02FDC7D6-D0B4-424D-8CED-1E635B2C2BA8}" srcId="{904862C6-E793-4050-B4A5-0B224199FCAE}" destId="{BB573F62-5116-48D4-8350-1407F8A0406E}" srcOrd="1" destOrd="0" parTransId="{72BD405E-0A26-4F49-8BCF-B7A3BE7AC955}" sibTransId="{44A63E52-14A5-4786-88DF-CB95D0AF24A4}"/>
    <dgm:cxn modelId="{A0B365DB-7144-4B0F-9742-816F62ABA314}" srcId="{BB573F62-5116-48D4-8350-1407F8A0406E}" destId="{214E813C-CF09-4C9C-8386-54784E51DE99}" srcOrd="0" destOrd="0" parTransId="{078AF366-671D-4AA7-9362-81BAD2386474}" sibTransId="{62EC9ED2-35A8-4112-9EDB-A1535990354A}"/>
    <dgm:cxn modelId="{86D924DF-C7E1-451F-8120-B8E0F3993AF0}" type="presOf" srcId="{9ECC10F0-3BDF-4538-982F-A9B0AF73756C}" destId="{B54C8BC0-9FFF-4651-8B11-307E1E22DAA4}" srcOrd="0" destOrd="0" presId="urn:microsoft.com/office/officeart/2005/8/layout/hierarchy2"/>
    <dgm:cxn modelId="{822511C4-1DE4-4079-9E7B-7E89A7784C12}" type="presParOf" srcId="{15D5DFF2-8E29-46C3-9F4E-A7D305F61B31}" destId="{2F3A1A7A-FD97-4DF8-9838-373BF18202A1}" srcOrd="0" destOrd="0" presId="urn:microsoft.com/office/officeart/2005/8/layout/hierarchy2"/>
    <dgm:cxn modelId="{5A49E36D-820E-4EB8-AC73-7F7EBF6E781F}" type="presParOf" srcId="{2F3A1A7A-FD97-4DF8-9838-373BF18202A1}" destId="{7197A4E6-BB32-4AFC-869A-16399A2AD13D}" srcOrd="0" destOrd="0" presId="urn:microsoft.com/office/officeart/2005/8/layout/hierarchy2"/>
    <dgm:cxn modelId="{8825347B-5C3F-4EEE-950D-B4C93678AE12}" type="presParOf" srcId="{2F3A1A7A-FD97-4DF8-9838-373BF18202A1}" destId="{D607C2CC-F07C-4C7A-BAD7-733FEBACA08A}" srcOrd="1" destOrd="0" presId="urn:microsoft.com/office/officeart/2005/8/layout/hierarchy2"/>
    <dgm:cxn modelId="{774E96B2-791C-4A15-9067-7C1F69A146FA}" type="presParOf" srcId="{D607C2CC-F07C-4C7A-BAD7-733FEBACA08A}" destId="{2017D0C5-1295-429F-AB7D-D7E4F71B7BE8}" srcOrd="0" destOrd="0" presId="urn:microsoft.com/office/officeart/2005/8/layout/hierarchy2"/>
    <dgm:cxn modelId="{02ACEAC2-61F7-4DDB-9FEB-5B5EFA494493}" type="presParOf" srcId="{2017D0C5-1295-429F-AB7D-D7E4F71B7BE8}" destId="{A436E08B-1318-47A4-81EC-E1C48C1A38F5}" srcOrd="0" destOrd="0" presId="urn:microsoft.com/office/officeart/2005/8/layout/hierarchy2"/>
    <dgm:cxn modelId="{F4F8AB1D-E202-4D41-A582-B4E014B27854}" type="presParOf" srcId="{D607C2CC-F07C-4C7A-BAD7-733FEBACA08A}" destId="{7D27C957-A64B-4BB9-B824-4837F4E1B6CD}" srcOrd="1" destOrd="0" presId="urn:microsoft.com/office/officeart/2005/8/layout/hierarchy2"/>
    <dgm:cxn modelId="{FD947D48-478C-414D-B6EC-4BEE218EA3DD}" type="presParOf" srcId="{7D27C957-A64B-4BB9-B824-4837F4E1B6CD}" destId="{39C9B99B-CED4-43DC-B098-66A5B38D5C28}" srcOrd="0" destOrd="0" presId="urn:microsoft.com/office/officeart/2005/8/layout/hierarchy2"/>
    <dgm:cxn modelId="{34911F7C-4B6A-489F-9318-2DFAC02D3532}" type="presParOf" srcId="{7D27C957-A64B-4BB9-B824-4837F4E1B6CD}" destId="{21E65C22-7F21-43D0-BD78-1F943AF682BC}" srcOrd="1" destOrd="0" presId="urn:microsoft.com/office/officeart/2005/8/layout/hierarchy2"/>
    <dgm:cxn modelId="{A5DE3CEA-0238-48F3-B243-2D586E53A668}" type="presParOf" srcId="{21E65C22-7F21-43D0-BD78-1F943AF682BC}" destId="{B4342E08-A4E0-4457-9181-6FCF1793E883}" srcOrd="0" destOrd="0" presId="urn:microsoft.com/office/officeart/2005/8/layout/hierarchy2"/>
    <dgm:cxn modelId="{A38301A4-2701-48BB-B3BE-7CF8E4067CD8}" type="presParOf" srcId="{B4342E08-A4E0-4457-9181-6FCF1793E883}" destId="{5D7C0614-C9CF-4854-A4B8-A8E32206A424}" srcOrd="0" destOrd="0" presId="urn:microsoft.com/office/officeart/2005/8/layout/hierarchy2"/>
    <dgm:cxn modelId="{0501CDD6-4806-46DB-A36A-673F3EE8ED85}" type="presParOf" srcId="{21E65C22-7F21-43D0-BD78-1F943AF682BC}" destId="{BDDB1DB5-8768-4D1D-B841-094D749CF2AF}" srcOrd="1" destOrd="0" presId="urn:microsoft.com/office/officeart/2005/8/layout/hierarchy2"/>
    <dgm:cxn modelId="{FC591DB6-D8D9-4210-BA8F-C6677728FAC8}" type="presParOf" srcId="{BDDB1DB5-8768-4D1D-B841-094D749CF2AF}" destId="{B54C8BC0-9FFF-4651-8B11-307E1E22DAA4}" srcOrd="0" destOrd="0" presId="urn:microsoft.com/office/officeart/2005/8/layout/hierarchy2"/>
    <dgm:cxn modelId="{580B97C0-4E42-46EA-B0F7-E86897D4C9EC}" type="presParOf" srcId="{BDDB1DB5-8768-4D1D-B841-094D749CF2AF}" destId="{0F734FCD-F979-44CD-AA48-4DAD42842BE3}" srcOrd="1" destOrd="0" presId="urn:microsoft.com/office/officeart/2005/8/layout/hierarchy2"/>
    <dgm:cxn modelId="{FF287E01-2110-42E5-8DA9-50E1CBB09F91}" type="presParOf" srcId="{D607C2CC-F07C-4C7A-BAD7-733FEBACA08A}" destId="{4648A1C6-86CD-46BD-98BB-6AC5398C80AE}" srcOrd="2" destOrd="0" presId="urn:microsoft.com/office/officeart/2005/8/layout/hierarchy2"/>
    <dgm:cxn modelId="{4B6E4EE2-6B45-4C31-A11C-105DB6EDDD4D}" type="presParOf" srcId="{4648A1C6-86CD-46BD-98BB-6AC5398C80AE}" destId="{1FC231DE-51C7-4436-B0EB-145A922F8649}" srcOrd="0" destOrd="0" presId="urn:microsoft.com/office/officeart/2005/8/layout/hierarchy2"/>
    <dgm:cxn modelId="{C2B8D2B9-5821-4C5D-AFAB-D30ADD97FF9B}" type="presParOf" srcId="{D607C2CC-F07C-4C7A-BAD7-733FEBACA08A}" destId="{CE6330D4-5EFA-43F8-8336-83C221708124}" srcOrd="3" destOrd="0" presId="urn:microsoft.com/office/officeart/2005/8/layout/hierarchy2"/>
    <dgm:cxn modelId="{4005A2D8-0B78-41E5-9F8D-387405B181EE}" type="presParOf" srcId="{CE6330D4-5EFA-43F8-8336-83C221708124}" destId="{C8062357-C16E-49F7-B9CD-0956B478537D}" srcOrd="0" destOrd="0" presId="urn:microsoft.com/office/officeart/2005/8/layout/hierarchy2"/>
    <dgm:cxn modelId="{A8E298BD-FB6A-4E4F-8E49-1D06DA1E193E}" type="presParOf" srcId="{CE6330D4-5EFA-43F8-8336-83C221708124}" destId="{DF055832-9E8E-472F-AE25-65E83853DA83}" srcOrd="1" destOrd="0" presId="urn:microsoft.com/office/officeart/2005/8/layout/hierarchy2"/>
    <dgm:cxn modelId="{9A12F5D0-881E-41AB-B655-4A7208AE119F}" type="presParOf" srcId="{DF055832-9E8E-472F-AE25-65E83853DA83}" destId="{8B418A9A-F1E7-4D48-85A9-DB7E3B40D07C}" srcOrd="0" destOrd="0" presId="urn:microsoft.com/office/officeart/2005/8/layout/hierarchy2"/>
    <dgm:cxn modelId="{3E0FEDFC-49A0-4523-82F5-68E190B41526}" type="presParOf" srcId="{8B418A9A-F1E7-4D48-85A9-DB7E3B40D07C}" destId="{BE86868B-5909-46E3-828D-6265C5C1A3CC}" srcOrd="0" destOrd="0" presId="urn:microsoft.com/office/officeart/2005/8/layout/hierarchy2"/>
    <dgm:cxn modelId="{0B63A7B1-C58B-49CB-A9A0-C9E029C8E91A}" type="presParOf" srcId="{DF055832-9E8E-472F-AE25-65E83853DA83}" destId="{FC1C8806-EA22-4E1C-83DE-070A61D9EC5C}" srcOrd="1" destOrd="0" presId="urn:microsoft.com/office/officeart/2005/8/layout/hierarchy2"/>
    <dgm:cxn modelId="{63AF48EB-6252-41AB-BEAC-97874F4AD39F}" type="presParOf" srcId="{FC1C8806-EA22-4E1C-83DE-070A61D9EC5C}" destId="{9F66B2CE-9263-4B86-A510-C2E869616E75}" srcOrd="0" destOrd="0" presId="urn:microsoft.com/office/officeart/2005/8/layout/hierarchy2"/>
    <dgm:cxn modelId="{0B40FEAE-EDA5-422F-AC0F-73F8973DA405}" type="presParOf" srcId="{FC1C8806-EA22-4E1C-83DE-070A61D9EC5C}" destId="{2BFEC4FB-7717-4973-AEB6-C02ADC568CE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DC0D1F1-EC5D-4D92-A82F-7C23E9A5D943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32BAC945-551A-437E-B9F3-52F2B89476D5}">
      <dgm:prSet phldrT="[Texte]"/>
      <dgm:spPr/>
      <dgm:t>
        <a:bodyPr/>
        <a:lstStyle/>
        <a:p>
          <a:r>
            <a:rPr lang="fr-FR" b="1" dirty="0"/>
            <a:t>Création d'EMR Studio</a:t>
          </a:r>
          <a:endParaRPr lang="fr-FR" dirty="0"/>
        </a:p>
      </dgm:t>
    </dgm:pt>
    <dgm:pt modelId="{A9C50B84-D2A3-44AE-B5F3-ACE6D8C454FF}" type="parTrans" cxnId="{603FF9FA-3CC6-4AFA-8D55-CC8AC0D15D8D}">
      <dgm:prSet/>
      <dgm:spPr/>
      <dgm:t>
        <a:bodyPr/>
        <a:lstStyle/>
        <a:p>
          <a:endParaRPr lang="fr-FR"/>
        </a:p>
      </dgm:t>
    </dgm:pt>
    <dgm:pt modelId="{550F2306-D353-4448-9EDA-078E74FB9B9D}" type="sibTrans" cxnId="{603FF9FA-3CC6-4AFA-8D55-CC8AC0D15D8D}">
      <dgm:prSet/>
      <dgm:spPr/>
      <dgm:t>
        <a:bodyPr/>
        <a:lstStyle/>
        <a:p>
          <a:endParaRPr lang="fr-FR"/>
        </a:p>
      </dgm:t>
    </dgm:pt>
    <dgm:pt modelId="{FDF1AF68-99F3-47C4-95D2-CCFA61A7A3AB}">
      <dgm:prSet phldrT="[Texte]"/>
      <dgm:spPr/>
      <dgm:t>
        <a:bodyPr/>
        <a:lstStyle/>
        <a:p>
          <a:r>
            <a:rPr lang="fr-FR" dirty="0"/>
            <a:t>Création du Workspace </a:t>
          </a:r>
        </a:p>
      </dgm:t>
    </dgm:pt>
    <dgm:pt modelId="{DFE69A2A-FE9C-4EE8-B9FD-26CF296D7C41}" type="parTrans" cxnId="{A28B32A4-3FA1-408E-80B6-FA527F028D1A}">
      <dgm:prSet/>
      <dgm:spPr/>
      <dgm:t>
        <a:bodyPr/>
        <a:lstStyle/>
        <a:p>
          <a:endParaRPr lang="fr-FR"/>
        </a:p>
      </dgm:t>
    </dgm:pt>
    <dgm:pt modelId="{3E228E25-7766-4AC1-9F02-9D455F2486AF}" type="sibTrans" cxnId="{A28B32A4-3FA1-408E-80B6-FA527F028D1A}">
      <dgm:prSet/>
      <dgm:spPr/>
      <dgm:t>
        <a:bodyPr/>
        <a:lstStyle/>
        <a:p>
          <a:endParaRPr lang="fr-FR"/>
        </a:p>
      </dgm:t>
    </dgm:pt>
    <dgm:pt modelId="{4CEF5839-B271-41C6-ABEE-341E446F3BE4}">
      <dgm:prSet phldrT="[Texte]"/>
      <dgm:spPr/>
      <dgm:t>
        <a:bodyPr/>
        <a:lstStyle/>
        <a:p>
          <a:r>
            <a:rPr lang="fr-FR" dirty="0"/>
            <a:t>Connexion au cluster</a:t>
          </a:r>
        </a:p>
      </dgm:t>
    </dgm:pt>
    <dgm:pt modelId="{6E17A1E1-8088-4B4F-87E7-5B6A5DBE02F5}" type="parTrans" cxnId="{A48263DD-2143-40B6-A731-508F9BB2874E}">
      <dgm:prSet/>
      <dgm:spPr/>
      <dgm:t>
        <a:bodyPr/>
        <a:lstStyle/>
        <a:p>
          <a:endParaRPr lang="fr-FR"/>
        </a:p>
      </dgm:t>
    </dgm:pt>
    <dgm:pt modelId="{FA905CCE-9593-4135-AA94-9CC6017155E1}" type="sibTrans" cxnId="{A48263DD-2143-40B6-A731-508F9BB2874E}">
      <dgm:prSet/>
      <dgm:spPr/>
      <dgm:t>
        <a:bodyPr/>
        <a:lstStyle/>
        <a:p>
          <a:endParaRPr lang="fr-FR"/>
        </a:p>
      </dgm:t>
    </dgm:pt>
    <dgm:pt modelId="{2AA8B94C-6633-49E4-BC0F-7954209E3904}">
      <dgm:prSet phldrT="[Texte]"/>
      <dgm:spPr/>
      <dgm:t>
        <a:bodyPr/>
        <a:lstStyle/>
        <a:p>
          <a:r>
            <a:rPr lang="fr-FR" dirty="0" err="1"/>
            <a:t>Jupyterlab</a:t>
          </a:r>
          <a:endParaRPr lang="fr-FR" dirty="0"/>
        </a:p>
      </dgm:t>
    </dgm:pt>
    <dgm:pt modelId="{9CF69210-FE44-45A7-A1D2-F39A8D792622}" type="parTrans" cxnId="{13DBBC5C-67BB-4B1A-A014-AD41E2522D86}">
      <dgm:prSet/>
      <dgm:spPr/>
      <dgm:t>
        <a:bodyPr/>
        <a:lstStyle/>
        <a:p>
          <a:endParaRPr lang="fr-FR"/>
        </a:p>
      </dgm:t>
    </dgm:pt>
    <dgm:pt modelId="{F8F99777-9F39-48E2-B92A-3B7C3C0EF789}" type="sibTrans" cxnId="{13DBBC5C-67BB-4B1A-A014-AD41E2522D86}">
      <dgm:prSet/>
      <dgm:spPr/>
      <dgm:t>
        <a:bodyPr/>
        <a:lstStyle/>
        <a:p>
          <a:endParaRPr lang="fr-FR"/>
        </a:p>
      </dgm:t>
    </dgm:pt>
    <dgm:pt modelId="{28CBB623-3685-403E-BE3B-6FCCF8A599A6}">
      <dgm:prSet/>
      <dgm:spPr/>
      <dgm:t>
        <a:bodyPr/>
        <a:lstStyle/>
        <a:p>
          <a:r>
            <a:rPr lang="fr-FR" dirty="0" err="1"/>
            <a:t>Execution</a:t>
          </a:r>
          <a:r>
            <a:rPr lang="fr-FR" dirty="0"/>
            <a:t> du notebook</a:t>
          </a:r>
        </a:p>
      </dgm:t>
    </dgm:pt>
    <dgm:pt modelId="{B30143B0-554C-44C6-A23C-6AE9AB9B1991}" type="parTrans" cxnId="{5E32F3F7-E7DD-4AD6-AFEB-BCCAE5F8D01F}">
      <dgm:prSet/>
      <dgm:spPr/>
      <dgm:t>
        <a:bodyPr/>
        <a:lstStyle/>
        <a:p>
          <a:endParaRPr lang="fr-FR"/>
        </a:p>
      </dgm:t>
    </dgm:pt>
    <dgm:pt modelId="{0748E3F0-C70A-4F25-B839-00B1938F926A}" type="sibTrans" cxnId="{5E32F3F7-E7DD-4AD6-AFEB-BCCAE5F8D01F}">
      <dgm:prSet/>
      <dgm:spPr/>
      <dgm:t>
        <a:bodyPr/>
        <a:lstStyle/>
        <a:p>
          <a:endParaRPr lang="fr-FR"/>
        </a:p>
      </dgm:t>
    </dgm:pt>
    <dgm:pt modelId="{F98815E6-9B67-46D4-AADF-387044D2D155}" type="pres">
      <dgm:prSet presAssocID="{0DC0D1F1-EC5D-4D92-A82F-7C23E9A5D943}" presName="Name0" presStyleCnt="0">
        <dgm:presLayoutVars>
          <dgm:dir/>
          <dgm:resizeHandles val="exact"/>
        </dgm:presLayoutVars>
      </dgm:prSet>
      <dgm:spPr/>
    </dgm:pt>
    <dgm:pt modelId="{9269400D-0049-4709-95C5-844B98641A55}" type="pres">
      <dgm:prSet presAssocID="{32BAC945-551A-437E-B9F3-52F2B89476D5}" presName="node" presStyleLbl="node1" presStyleIdx="0" presStyleCnt="4">
        <dgm:presLayoutVars>
          <dgm:bulletEnabled val="1"/>
        </dgm:presLayoutVars>
      </dgm:prSet>
      <dgm:spPr/>
    </dgm:pt>
    <dgm:pt modelId="{430DE903-1FAD-40D3-8D5D-5A22F50E8499}" type="pres">
      <dgm:prSet presAssocID="{550F2306-D353-4448-9EDA-078E74FB9B9D}" presName="sibTrans" presStyleLbl="sibTrans2D1" presStyleIdx="0" presStyleCnt="3"/>
      <dgm:spPr/>
    </dgm:pt>
    <dgm:pt modelId="{C55E0E49-4F1B-45D1-8809-F622385AFBC3}" type="pres">
      <dgm:prSet presAssocID="{550F2306-D353-4448-9EDA-078E74FB9B9D}" presName="connectorText" presStyleLbl="sibTrans2D1" presStyleIdx="0" presStyleCnt="3"/>
      <dgm:spPr/>
    </dgm:pt>
    <dgm:pt modelId="{0A8A48B0-C094-447C-A046-627A679E0A40}" type="pres">
      <dgm:prSet presAssocID="{FDF1AF68-99F3-47C4-95D2-CCFA61A7A3AB}" presName="node" presStyleLbl="node1" presStyleIdx="1" presStyleCnt="4">
        <dgm:presLayoutVars>
          <dgm:bulletEnabled val="1"/>
        </dgm:presLayoutVars>
      </dgm:prSet>
      <dgm:spPr/>
    </dgm:pt>
    <dgm:pt modelId="{71A1FCBF-10EA-433C-A215-D7C133AF3261}" type="pres">
      <dgm:prSet presAssocID="{3E228E25-7766-4AC1-9F02-9D455F2486AF}" presName="sibTrans" presStyleLbl="sibTrans2D1" presStyleIdx="1" presStyleCnt="3"/>
      <dgm:spPr/>
    </dgm:pt>
    <dgm:pt modelId="{9AAAE6C3-B257-4B78-BBAA-A965AE47B191}" type="pres">
      <dgm:prSet presAssocID="{3E228E25-7766-4AC1-9F02-9D455F2486AF}" presName="connectorText" presStyleLbl="sibTrans2D1" presStyleIdx="1" presStyleCnt="3"/>
      <dgm:spPr/>
    </dgm:pt>
    <dgm:pt modelId="{7B9FA039-8597-4D3F-A12D-ABA29E19B59A}" type="pres">
      <dgm:prSet presAssocID="{4CEF5839-B271-41C6-ABEE-341E446F3BE4}" presName="node" presStyleLbl="node1" presStyleIdx="2" presStyleCnt="4">
        <dgm:presLayoutVars>
          <dgm:bulletEnabled val="1"/>
        </dgm:presLayoutVars>
      </dgm:prSet>
      <dgm:spPr/>
    </dgm:pt>
    <dgm:pt modelId="{6825AF47-7969-4529-B2EC-36C64CF2FC7E}" type="pres">
      <dgm:prSet presAssocID="{FA905CCE-9593-4135-AA94-9CC6017155E1}" presName="sibTrans" presStyleLbl="sibTrans2D1" presStyleIdx="2" presStyleCnt="3"/>
      <dgm:spPr/>
    </dgm:pt>
    <dgm:pt modelId="{1FDE2861-644D-4B5F-A94E-915C54EAC0B4}" type="pres">
      <dgm:prSet presAssocID="{FA905CCE-9593-4135-AA94-9CC6017155E1}" presName="connectorText" presStyleLbl="sibTrans2D1" presStyleIdx="2" presStyleCnt="3"/>
      <dgm:spPr/>
    </dgm:pt>
    <dgm:pt modelId="{F49F7DB2-2398-405D-90C6-CBCB198DD729}" type="pres">
      <dgm:prSet presAssocID="{2AA8B94C-6633-49E4-BC0F-7954209E3904}" presName="node" presStyleLbl="node1" presStyleIdx="3" presStyleCnt="4">
        <dgm:presLayoutVars>
          <dgm:bulletEnabled val="1"/>
        </dgm:presLayoutVars>
      </dgm:prSet>
      <dgm:spPr/>
    </dgm:pt>
  </dgm:ptLst>
  <dgm:cxnLst>
    <dgm:cxn modelId="{7EB47015-BC05-4C48-A94A-E9DE8AC983BE}" type="presOf" srcId="{3E228E25-7766-4AC1-9F02-9D455F2486AF}" destId="{71A1FCBF-10EA-433C-A215-D7C133AF3261}" srcOrd="0" destOrd="0" presId="urn:microsoft.com/office/officeart/2005/8/layout/process1"/>
    <dgm:cxn modelId="{13DBBC5C-67BB-4B1A-A014-AD41E2522D86}" srcId="{0DC0D1F1-EC5D-4D92-A82F-7C23E9A5D943}" destId="{2AA8B94C-6633-49E4-BC0F-7954209E3904}" srcOrd="3" destOrd="0" parTransId="{9CF69210-FE44-45A7-A1D2-F39A8D792622}" sibTransId="{F8F99777-9F39-48E2-B92A-3B7C3C0EF789}"/>
    <dgm:cxn modelId="{3F07BB48-1576-47BC-8CF8-A3773766667B}" type="presOf" srcId="{FA905CCE-9593-4135-AA94-9CC6017155E1}" destId="{6825AF47-7969-4529-B2EC-36C64CF2FC7E}" srcOrd="0" destOrd="0" presId="urn:microsoft.com/office/officeart/2005/8/layout/process1"/>
    <dgm:cxn modelId="{E577B950-0A98-4A25-B64D-52838B719EEA}" type="presOf" srcId="{3E228E25-7766-4AC1-9F02-9D455F2486AF}" destId="{9AAAE6C3-B257-4B78-BBAA-A965AE47B191}" srcOrd="1" destOrd="0" presId="urn:microsoft.com/office/officeart/2005/8/layout/process1"/>
    <dgm:cxn modelId="{CD26C855-74F9-48E5-907D-A210CCCBF4BD}" type="presOf" srcId="{32BAC945-551A-437E-B9F3-52F2B89476D5}" destId="{9269400D-0049-4709-95C5-844B98641A55}" srcOrd="0" destOrd="0" presId="urn:microsoft.com/office/officeart/2005/8/layout/process1"/>
    <dgm:cxn modelId="{83F8FB78-9CD2-42F4-BA89-7C3E2CF4274F}" type="presOf" srcId="{550F2306-D353-4448-9EDA-078E74FB9B9D}" destId="{C55E0E49-4F1B-45D1-8809-F622385AFBC3}" srcOrd="1" destOrd="0" presId="urn:microsoft.com/office/officeart/2005/8/layout/process1"/>
    <dgm:cxn modelId="{2FEAC279-82F0-4785-AA67-E0E95C130068}" type="presOf" srcId="{4CEF5839-B271-41C6-ABEE-341E446F3BE4}" destId="{7B9FA039-8597-4D3F-A12D-ABA29E19B59A}" srcOrd="0" destOrd="0" presId="urn:microsoft.com/office/officeart/2005/8/layout/process1"/>
    <dgm:cxn modelId="{9D06B68E-0473-43CF-8F82-0FA1204160E6}" type="presOf" srcId="{0DC0D1F1-EC5D-4D92-A82F-7C23E9A5D943}" destId="{F98815E6-9B67-46D4-AADF-387044D2D155}" srcOrd="0" destOrd="0" presId="urn:microsoft.com/office/officeart/2005/8/layout/process1"/>
    <dgm:cxn modelId="{A28B32A4-3FA1-408E-80B6-FA527F028D1A}" srcId="{0DC0D1F1-EC5D-4D92-A82F-7C23E9A5D943}" destId="{FDF1AF68-99F3-47C4-95D2-CCFA61A7A3AB}" srcOrd="1" destOrd="0" parTransId="{DFE69A2A-FE9C-4EE8-B9FD-26CF296D7C41}" sibTransId="{3E228E25-7766-4AC1-9F02-9D455F2486AF}"/>
    <dgm:cxn modelId="{46A493BB-9D4C-4AC5-9F73-147242F27B67}" type="presOf" srcId="{28CBB623-3685-403E-BE3B-6FCCF8A599A6}" destId="{F49F7DB2-2398-405D-90C6-CBCB198DD729}" srcOrd="0" destOrd="1" presId="urn:microsoft.com/office/officeart/2005/8/layout/process1"/>
    <dgm:cxn modelId="{F7CD13CF-ECC1-4E00-AD73-5158CE9021D5}" type="presOf" srcId="{FA905CCE-9593-4135-AA94-9CC6017155E1}" destId="{1FDE2861-644D-4B5F-A94E-915C54EAC0B4}" srcOrd="1" destOrd="0" presId="urn:microsoft.com/office/officeart/2005/8/layout/process1"/>
    <dgm:cxn modelId="{133379D7-C944-4D2D-9CEC-FF2B2BBAF4BF}" type="presOf" srcId="{2AA8B94C-6633-49E4-BC0F-7954209E3904}" destId="{F49F7DB2-2398-405D-90C6-CBCB198DD729}" srcOrd="0" destOrd="0" presId="urn:microsoft.com/office/officeart/2005/8/layout/process1"/>
    <dgm:cxn modelId="{A48263DD-2143-40B6-A731-508F9BB2874E}" srcId="{0DC0D1F1-EC5D-4D92-A82F-7C23E9A5D943}" destId="{4CEF5839-B271-41C6-ABEE-341E446F3BE4}" srcOrd="2" destOrd="0" parTransId="{6E17A1E1-8088-4B4F-87E7-5B6A5DBE02F5}" sibTransId="{FA905CCE-9593-4135-AA94-9CC6017155E1}"/>
    <dgm:cxn modelId="{5B1CE3DF-B71F-430E-915D-4EF69C6AE43A}" type="presOf" srcId="{550F2306-D353-4448-9EDA-078E74FB9B9D}" destId="{430DE903-1FAD-40D3-8D5D-5A22F50E8499}" srcOrd="0" destOrd="0" presId="urn:microsoft.com/office/officeart/2005/8/layout/process1"/>
    <dgm:cxn modelId="{5E32F3F7-E7DD-4AD6-AFEB-BCCAE5F8D01F}" srcId="{2AA8B94C-6633-49E4-BC0F-7954209E3904}" destId="{28CBB623-3685-403E-BE3B-6FCCF8A599A6}" srcOrd="0" destOrd="0" parTransId="{B30143B0-554C-44C6-A23C-6AE9AB9B1991}" sibTransId="{0748E3F0-C70A-4F25-B839-00B1938F926A}"/>
    <dgm:cxn modelId="{603FF9FA-3CC6-4AFA-8D55-CC8AC0D15D8D}" srcId="{0DC0D1F1-EC5D-4D92-A82F-7C23E9A5D943}" destId="{32BAC945-551A-437E-B9F3-52F2B89476D5}" srcOrd="0" destOrd="0" parTransId="{A9C50B84-D2A3-44AE-B5F3-ACE6D8C454FF}" sibTransId="{550F2306-D353-4448-9EDA-078E74FB9B9D}"/>
    <dgm:cxn modelId="{49676AFC-D7B5-4C6A-9E1F-2482A4A9753F}" type="presOf" srcId="{FDF1AF68-99F3-47C4-95D2-CCFA61A7A3AB}" destId="{0A8A48B0-C094-447C-A046-627A679E0A40}" srcOrd="0" destOrd="0" presId="urn:microsoft.com/office/officeart/2005/8/layout/process1"/>
    <dgm:cxn modelId="{146F5619-E0E2-4C8D-8A53-842B84C7BCFB}" type="presParOf" srcId="{F98815E6-9B67-46D4-AADF-387044D2D155}" destId="{9269400D-0049-4709-95C5-844B98641A55}" srcOrd="0" destOrd="0" presId="urn:microsoft.com/office/officeart/2005/8/layout/process1"/>
    <dgm:cxn modelId="{72686FFE-D4D4-4917-A2C7-01EF3EFF0E52}" type="presParOf" srcId="{F98815E6-9B67-46D4-AADF-387044D2D155}" destId="{430DE903-1FAD-40D3-8D5D-5A22F50E8499}" srcOrd="1" destOrd="0" presId="urn:microsoft.com/office/officeart/2005/8/layout/process1"/>
    <dgm:cxn modelId="{E6741984-815A-469A-8D8C-261C30B2EE79}" type="presParOf" srcId="{430DE903-1FAD-40D3-8D5D-5A22F50E8499}" destId="{C55E0E49-4F1B-45D1-8809-F622385AFBC3}" srcOrd="0" destOrd="0" presId="urn:microsoft.com/office/officeart/2005/8/layout/process1"/>
    <dgm:cxn modelId="{AE612293-6E09-4C59-BBA1-69591B37D23F}" type="presParOf" srcId="{F98815E6-9B67-46D4-AADF-387044D2D155}" destId="{0A8A48B0-C094-447C-A046-627A679E0A40}" srcOrd="2" destOrd="0" presId="urn:microsoft.com/office/officeart/2005/8/layout/process1"/>
    <dgm:cxn modelId="{7CEDC36A-F661-49E4-AD5A-593B178DF5F5}" type="presParOf" srcId="{F98815E6-9B67-46D4-AADF-387044D2D155}" destId="{71A1FCBF-10EA-433C-A215-D7C133AF3261}" srcOrd="3" destOrd="0" presId="urn:microsoft.com/office/officeart/2005/8/layout/process1"/>
    <dgm:cxn modelId="{E55738EB-7BDC-41C2-BB6D-F30D614069C5}" type="presParOf" srcId="{71A1FCBF-10EA-433C-A215-D7C133AF3261}" destId="{9AAAE6C3-B257-4B78-BBAA-A965AE47B191}" srcOrd="0" destOrd="0" presId="urn:microsoft.com/office/officeart/2005/8/layout/process1"/>
    <dgm:cxn modelId="{1EE94C73-9E72-4E44-B87E-6336C8BCBBA2}" type="presParOf" srcId="{F98815E6-9B67-46D4-AADF-387044D2D155}" destId="{7B9FA039-8597-4D3F-A12D-ABA29E19B59A}" srcOrd="4" destOrd="0" presId="urn:microsoft.com/office/officeart/2005/8/layout/process1"/>
    <dgm:cxn modelId="{4E6B821E-9515-4475-88D3-4D6F44557976}" type="presParOf" srcId="{F98815E6-9B67-46D4-AADF-387044D2D155}" destId="{6825AF47-7969-4529-B2EC-36C64CF2FC7E}" srcOrd="5" destOrd="0" presId="urn:microsoft.com/office/officeart/2005/8/layout/process1"/>
    <dgm:cxn modelId="{50E9CBC5-CDBC-408B-A235-DEBEC8E35874}" type="presParOf" srcId="{6825AF47-7969-4529-B2EC-36C64CF2FC7E}" destId="{1FDE2861-644D-4B5F-A94E-915C54EAC0B4}" srcOrd="0" destOrd="0" presId="urn:microsoft.com/office/officeart/2005/8/layout/process1"/>
    <dgm:cxn modelId="{429B292E-E536-4589-B341-7F0BBB19ED5A}" type="presParOf" srcId="{F98815E6-9B67-46D4-AADF-387044D2D155}" destId="{F49F7DB2-2398-405D-90C6-CBCB198DD729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115BEEB-16C0-4BB7-889C-2143A9EB22C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F1B5252-0FEE-4622-B548-5ACC475F56F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600" dirty="0">
              <a:solidFill>
                <a:schemeClr val="tx1"/>
              </a:solidFill>
            </a:rPr>
            <a:t>sélection du kernel </a:t>
          </a:r>
          <a:r>
            <a:rPr lang="fr-FR" sz="1600" dirty="0" err="1">
              <a:solidFill>
                <a:schemeClr val="tx1"/>
              </a:solidFill>
            </a:rPr>
            <a:t>PySpark</a:t>
          </a:r>
          <a:endParaRPr lang="fr-FR" sz="1600" dirty="0">
            <a:solidFill>
              <a:schemeClr val="tx1"/>
            </a:solidFill>
          </a:endParaRPr>
        </a:p>
      </dgm:t>
    </dgm:pt>
    <dgm:pt modelId="{FB78A791-E857-451F-80D8-40D56287A10A}" type="parTrans" cxnId="{DC429580-4373-4783-B23B-3D5A2154A3CF}">
      <dgm:prSet/>
      <dgm:spPr/>
      <dgm:t>
        <a:bodyPr/>
        <a:lstStyle/>
        <a:p>
          <a:endParaRPr lang="fr-FR" sz="1600">
            <a:solidFill>
              <a:schemeClr val="tx1"/>
            </a:solidFill>
          </a:endParaRPr>
        </a:p>
      </dgm:t>
    </dgm:pt>
    <dgm:pt modelId="{E8B172F9-EDA5-4DE8-B7B9-E62F4BB7CB49}" type="sibTrans" cxnId="{DC429580-4373-4783-B23B-3D5A2154A3CF}">
      <dgm:prSet/>
      <dgm:spPr/>
      <dgm:t>
        <a:bodyPr/>
        <a:lstStyle/>
        <a:p>
          <a:endParaRPr lang="fr-FR" sz="1600">
            <a:solidFill>
              <a:schemeClr val="tx1"/>
            </a:solidFill>
          </a:endParaRPr>
        </a:p>
      </dgm:t>
    </dgm:pt>
    <dgm:pt modelId="{E59F5B01-B3C2-487D-803D-4F4CA535C02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600" dirty="0">
              <a:solidFill>
                <a:schemeClr val="tx1"/>
              </a:solidFill>
            </a:rPr>
            <a:t>lecture des images depuis S3 </a:t>
          </a:r>
        </a:p>
      </dgm:t>
    </dgm:pt>
    <dgm:pt modelId="{687952E3-6D2F-49C3-B76E-74FA78116710}" type="parTrans" cxnId="{59CD9638-67DC-4F5E-88B7-2202BBB026CC}">
      <dgm:prSet/>
      <dgm:spPr/>
      <dgm:t>
        <a:bodyPr/>
        <a:lstStyle/>
        <a:p>
          <a:endParaRPr lang="fr-FR" sz="1600">
            <a:solidFill>
              <a:schemeClr val="tx1"/>
            </a:solidFill>
          </a:endParaRPr>
        </a:p>
      </dgm:t>
    </dgm:pt>
    <dgm:pt modelId="{C8291AC0-2B91-4B68-A552-174CC4C4CBFB}" type="sibTrans" cxnId="{59CD9638-67DC-4F5E-88B7-2202BBB026CC}">
      <dgm:prSet/>
      <dgm:spPr/>
      <dgm:t>
        <a:bodyPr/>
        <a:lstStyle/>
        <a:p>
          <a:endParaRPr lang="fr-FR" sz="1600">
            <a:solidFill>
              <a:schemeClr val="tx1"/>
            </a:solidFill>
          </a:endParaRPr>
        </a:p>
      </dgm:t>
    </dgm:pt>
    <dgm:pt modelId="{DC8223EF-2484-4C3B-B4B5-E1C9C8455EC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600" dirty="0">
              <a:solidFill>
                <a:schemeClr val="tx1"/>
              </a:solidFill>
            </a:rPr>
            <a:t>traitement Spark (avec optimisation)</a:t>
          </a:r>
        </a:p>
      </dgm:t>
    </dgm:pt>
    <dgm:pt modelId="{83603785-71B1-4E74-8950-D250D2A2625F}" type="parTrans" cxnId="{9284F04A-9929-405A-BD0E-7F50235E542B}">
      <dgm:prSet/>
      <dgm:spPr/>
      <dgm:t>
        <a:bodyPr/>
        <a:lstStyle/>
        <a:p>
          <a:endParaRPr lang="fr-FR" sz="1600">
            <a:solidFill>
              <a:schemeClr val="tx1"/>
            </a:solidFill>
          </a:endParaRPr>
        </a:p>
      </dgm:t>
    </dgm:pt>
    <dgm:pt modelId="{71F0F45B-0B78-44D2-8703-791D1C52103D}" type="sibTrans" cxnId="{9284F04A-9929-405A-BD0E-7F50235E542B}">
      <dgm:prSet/>
      <dgm:spPr/>
      <dgm:t>
        <a:bodyPr/>
        <a:lstStyle/>
        <a:p>
          <a:endParaRPr lang="fr-FR" sz="1600">
            <a:solidFill>
              <a:schemeClr val="tx1"/>
            </a:solidFill>
          </a:endParaRPr>
        </a:p>
      </dgm:t>
    </dgm:pt>
    <dgm:pt modelId="{031FCFB5-37CC-4951-BEDD-31DB6550F32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600">
              <a:solidFill>
                <a:schemeClr val="tx1"/>
              </a:solidFill>
            </a:rPr>
            <a:t>écriture des fichiers Parquet dans S3</a:t>
          </a:r>
        </a:p>
      </dgm:t>
    </dgm:pt>
    <dgm:pt modelId="{084F1C92-95AD-4475-A2A0-18775FBCAF30}" type="parTrans" cxnId="{E1E998B2-122F-4257-9FD3-37DC19E80742}">
      <dgm:prSet/>
      <dgm:spPr/>
      <dgm:t>
        <a:bodyPr/>
        <a:lstStyle/>
        <a:p>
          <a:endParaRPr lang="fr-FR" sz="1600">
            <a:solidFill>
              <a:schemeClr val="tx1"/>
            </a:solidFill>
          </a:endParaRPr>
        </a:p>
      </dgm:t>
    </dgm:pt>
    <dgm:pt modelId="{3E22AA91-F88E-40CD-8BB1-E64FA7C1CCE7}" type="sibTrans" cxnId="{E1E998B2-122F-4257-9FD3-37DC19E80742}">
      <dgm:prSet/>
      <dgm:spPr/>
      <dgm:t>
        <a:bodyPr/>
        <a:lstStyle/>
        <a:p>
          <a:endParaRPr lang="fr-FR" sz="1600">
            <a:solidFill>
              <a:schemeClr val="tx1"/>
            </a:solidFill>
          </a:endParaRPr>
        </a:p>
      </dgm:t>
    </dgm:pt>
    <dgm:pt modelId="{ADD1A849-9B95-4E82-8825-9C1044DB4DE1}" type="pres">
      <dgm:prSet presAssocID="{9115BEEB-16C0-4BB7-889C-2143A9EB22C1}" presName="linearFlow" presStyleCnt="0">
        <dgm:presLayoutVars>
          <dgm:dir/>
          <dgm:resizeHandles val="exact"/>
        </dgm:presLayoutVars>
      </dgm:prSet>
      <dgm:spPr/>
    </dgm:pt>
    <dgm:pt modelId="{F07A9329-56AF-45BA-AFDF-5493554636F6}" type="pres">
      <dgm:prSet presAssocID="{3F1B5252-0FEE-4622-B548-5ACC475F56FC}" presName="composite" presStyleCnt="0"/>
      <dgm:spPr/>
    </dgm:pt>
    <dgm:pt modelId="{CCD14E98-6F5D-4639-842C-AA6BA1E87CA9}" type="pres">
      <dgm:prSet presAssocID="{3F1B5252-0FEE-4622-B548-5ACC475F56FC}" presName="imgShp" presStyleLbl="fgImgPlace1" presStyleIdx="0" presStyleCnt="4"/>
      <dgm:spPr>
        <a:blipFill>
          <a:blip xmlns:r="http://schemas.openxmlformats.org/officeDocument/2006/relationships" r:embed="rId1"/>
          <a:srcRect/>
          <a:stretch>
            <a:fillRect l="-45000" r="-45000"/>
          </a:stretch>
        </a:blipFill>
      </dgm:spPr>
    </dgm:pt>
    <dgm:pt modelId="{C8E0735C-E1A5-4C50-921F-30103770BE79}" type="pres">
      <dgm:prSet presAssocID="{3F1B5252-0FEE-4622-B548-5ACC475F56FC}" presName="txShp" presStyleLbl="node1" presStyleIdx="0" presStyleCnt="4">
        <dgm:presLayoutVars>
          <dgm:bulletEnabled val="1"/>
        </dgm:presLayoutVars>
      </dgm:prSet>
      <dgm:spPr/>
    </dgm:pt>
    <dgm:pt modelId="{DD61C03B-A165-4A56-A3BD-0B5A03FCA8D1}" type="pres">
      <dgm:prSet presAssocID="{E8B172F9-EDA5-4DE8-B7B9-E62F4BB7CB49}" presName="spacing" presStyleCnt="0"/>
      <dgm:spPr/>
    </dgm:pt>
    <dgm:pt modelId="{5D18D59A-39F7-408E-897C-63E679B88028}" type="pres">
      <dgm:prSet presAssocID="{E59F5B01-B3C2-487D-803D-4F4CA535C02C}" presName="composite" presStyleCnt="0"/>
      <dgm:spPr/>
    </dgm:pt>
    <dgm:pt modelId="{30B4703D-2026-49C8-9012-19BB7C3AF7B7}" type="pres">
      <dgm:prSet presAssocID="{E59F5B01-B3C2-487D-803D-4F4CA535C02C}" presName="imgShp" presStyleLbl="fgImgPlace1" presStyleIdx="1" presStyleCnt="4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20EF0553-FFA1-450D-B5B8-05165EF58B6E}" type="pres">
      <dgm:prSet presAssocID="{E59F5B01-B3C2-487D-803D-4F4CA535C02C}" presName="txShp" presStyleLbl="node1" presStyleIdx="1" presStyleCnt="4">
        <dgm:presLayoutVars>
          <dgm:bulletEnabled val="1"/>
        </dgm:presLayoutVars>
      </dgm:prSet>
      <dgm:spPr/>
    </dgm:pt>
    <dgm:pt modelId="{106295C1-7203-4C3F-8651-6F38F9993670}" type="pres">
      <dgm:prSet presAssocID="{C8291AC0-2B91-4B68-A552-174CC4C4CBFB}" presName="spacing" presStyleCnt="0"/>
      <dgm:spPr/>
    </dgm:pt>
    <dgm:pt modelId="{396AB875-5D2C-4259-A1EC-59A0A7F987CE}" type="pres">
      <dgm:prSet presAssocID="{DC8223EF-2484-4C3B-B4B5-E1C9C8455ECD}" presName="composite" presStyleCnt="0"/>
      <dgm:spPr/>
    </dgm:pt>
    <dgm:pt modelId="{986A38B7-9FC0-450E-A8F3-DEC4E8DEDA9F}" type="pres">
      <dgm:prSet presAssocID="{DC8223EF-2484-4C3B-B4B5-E1C9C8455ECD}" presName="imgShp" presStyleLbl="fgImgPlace1" presStyleIdx="2" presStyleCnt="4"/>
      <dgm:spPr>
        <a:blipFill>
          <a:blip xmlns:r="http://schemas.openxmlformats.org/officeDocument/2006/relationships" r:embed="rId3"/>
          <a:srcRect/>
          <a:stretch>
            <a:fillRect l="-40000" r="-40000"/>
          </a:stretch>
        </a:blipFill>
      </dgm:spPr>
    </dgm:pt>
    <dgm:pt modelId="{FCBD6C6C-6689-4520-819A-00EE08361A5B}" type="pres">
      <dgm:prSet presAssocID="{DC8223EF-2484-4C3B-B4B5-E1C9C8455ECD}" presName="txShp" presStyleLbl="node1" presStyleIdx="2" presStyleCnt="4">
        <dgm:presLayoutVars>
          <dgm:bulletEnabled val="1"/>
        </dgm:presLayoutVars>
      </dgm:prSet>
      <dgm:spPr/>
    </dgm:pt>
    <dgm:pt modelId="{7276E82A-75DE-4522-B9DA-5F611C08FF72}" type="pres">
      <dgm:prSet presAssocID="{71F0F45B-0B78-44D2-8703-791D1C52103D}" presName="spacing" presStyleCnt="0"/>
      <dgm:spPr/>
    </dgm:pt>
    <dgm:pt modelId="{C246E2E5-00AE-4608-932B-B43E17A5ACA3}" type="pres">
      <dgm:prSet presAssocID="{031FCFB5-37CC-4951-BEDD-31DB6550F32C}" presName="composite" presStyleCnt="0"/>
      <dgm:spPr/>
    </dgm:pt>
    <dgm:pt modelId="{5FC3D969-2B70-4C2F-8874-C994BFF1EE3A}" type="pres">
      <dgm:prSet presAssocID="{031FCFB5-37CC-4951-BEDD-31DB6550F32C}" presName="imgShp" presStyleLbl="fgImgPlace1" presStyleIdx="3" presStyleCnt="4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FFBE859B-613D-4523-952A-F46500EA0AF1}" type="pres">
      <dgm:prSet presAssocID="{031FCFB5-37CC-4951-BEDD-31DB6550F32C}" presName="txShp" presStyleLbl="node1" presStyleIdx="3" presStyleCnt="4">
        <dgm:presLayoutVars>
          <dgm:bulletEnabled val="1"/>
        </dgm:presLayoutVars>
      </dgm:prSet>
      <dgm:spPr/>
    </dgm:pt>
  </dgm:ptLst>
  <dgm:cxnLst>
    <dgm:cxn modelId="{59CD9638-67DC-4F5E-88B7-2202BBB026CC}" srcId="{9115BEEB-16C0-4BB7-889C-2143A9EB22C1}" destId="{E59F5B01-B3C2-487D-803D-4F4CA535C02C}" srcOrd="1" destOrd="0" parTransId="{687952E3-6D2F-49C3-B76E-74FA78116710}" sibTransId="{C8291AC0-2B91-4B68-A552-174CC4C4CBFB}"/>
    <dgm:cxn modelId="{7194BD3F-648B-4D78-AD6B-B6104BF85FDF}" type="presOf" srcId="{031FCFB5-37CC-4951-BEDD-31DB6550F32C}" destId="{FFBE859B-613D-4523-952A-F46500EA0AF1}" srcOrd="0" destOrd="0" presId="urn:microsoft.com/office/officeart/2005/8/layout/vList3"/>
    <dgm:cxn modelId="{F0858A48-2AC2-45B6-ACA7-1BDD6A63944D}" type="presOf" srcId="{3F1B5252-0FEE-4622-B548-5ACC475F56FC}" destId="{C8E0735C-E1A5-4C50-921F-30103770BE79}" srcOrd="0" destOrd="0" presId="urn:microsoft.com/office/officeart/2005/8/layout/vList3"/>
    <dgm:cxn modelId="{9284F04A-9929-405A-BD0E-7F50235E542B}" srcId="{9115BEEB-16C0-4BB7-889C-2143A9EB22C1}" destId="{DC8223EF-2484-4C3B-B4B5-E1C9C8455ECD}" srcOrd="2" destOrd="0" parTransId="{83603785-71B1-4E74-8950-D250D2A2625F}" sibTransId="{71F0F45B-0B78-44D2-8703-791D1C52103D}"/>
    <dgm:cxn modelId="{DC429580-4373-4783-B23B-3D5A2154A3CF}" srcId="{9115BEEB-16C0-4BB7-889C-2143A9EB22C1}" destId="{3F1B5252-0FEE-4622-B548-5ACC475F56FC}" srcOrd="0" destOrd="0" parTransId="{FB78A791-E857-451F-80D8-40D56287A10A}" sibTransId="{E8B172F9-EDA5-4DE8-B7B9-E62F4BB7CB49}"/>
    <dgm:cxn modelId="{42100B92-7862-4808-97E5-B28D35178522}" type="presOf" srcId="{E59F5B01-B3C2-487D-803D-4F4CA535C02C}" destId="{20EF0553-FFA1-450D-B5B8-05165EF58B6E}" srcOrd="0" destOrd="0" presId="urn:microsoft.com/office/officeart/2005/8/layout/vList3"/>
    <dgm:cxn modelId="{E1E998B2-122F-4257-9FD3-37DC19E80742}" srcId="{9115BEEB-16C0-4BB7-889C-2143A9EB22C1}" destId="{031FCFB5-37CC-4951-BEDD-31DB6550F32C}" srcOrd="3" destOrd="0" parTransId="{084F1C92-95AD-4475-A2A0-18775FBCAF30}" sibTransId="{3E22AA91-F88E-40CD-8BB1-E64FA7C1CCE7}"/>
    <dgm:cxn modelId="{B7ACDABB-E3B2-43EF-A8BE-019A6B40F565}" type="presOf" srcId="{DC8223EF-2484-4C3B-B4B5-E1C9C8455ECD}" destId="{FCBD6C6C-6689-4520-819A-00EE08361A5B}" srcOrd="0" destOrd="0" presId="urn:microsoft.com/office/officeart/2005/8/layout/vList3"/>
    <dgm:cxn modelId="{786BB6F8-45E5-49AC-B9E4-5D5196DD7A03}" type="presOf" srcId="{9115BEEB-16C0-4BB7-889C-2143A9EB22C1}" destId="{ADD1A849-9B95-4E82-8825-9C1044DB4DE1}" srcOrd="0" destOrd="0" presId="urn:microsoft.com/office/officeart/2005/8/layout/vList3"/>
    <dgm:cxn modelId="{3BFEF717-044F-4753-90F9-220617B34605}" type="presParOf" srcId="{ADD1A849-9B95-4E82-8825-9C1044DB4DE1}" destId="{F07A9329-56AF-45BA-AFDF-5493554636F6}" srcOrd="0" destOrd="0" presId="urn:microsoft.com/office/officeart/2005/8/layout/vList3"/>
    <dgm:cxn modelId="{3E2E6F23-6023-465F-9A00-EE586C425A65}" type="presParOf" srcId="{F07A9329-56AF-45BA-AFDF-5493554636F6}" destId="{CCD14E98-6F5D-4639-842C-AA6BA1E87CA9}" srcOrd="0" destOrd="0" presId="urn:microsoft.com/office/officeart/2005/8/layout/vList3"/>
    <dgm:cxn modelId="{60F1BD4C-DE95-45E9-8C98-CB5F852E3433}" type="presParOf" srcId="{F07A9329-56AF-45BA-AFDF-5493554636F6}" destId="{C8E0735C-E1A5-4C50-921F-30103770BE79}" srcOrd="1" destOrd="0" presId="urn:microsoft.com/office/officeart/2005/8/layout/vList3"/>
    <dgm:cxn modelId="{CD0F1A77-D731-4E45-977B-449A83FEE773}" type="presParOf" srcId="{ADD1A849-9B95-4E82-8825-9C1044DB4DE1}" destId="{DD61C03B-A165-4A56-A3BD-0B5A03FCA8D1}" srcOrd="1" destOrd="0" presId="urn:microsoft.com/office/officeart/2005/8/layout/vList3"/>
    <dgm:cxn modelId="{AE04EF1B-4796-4F15-99C9-9EFDDD823211}" type="presParOf" srcId="{ADD1A849-9B95-4E82-8825-9C1044DB4DE1}" destId="{5D18D59A-39F7-408E-897C-63E679B88028}" srcOrd="2" destOrd="0" presId="urn:microsoft.com/office/officeart/2005/8/layout/vList3"/>
    <dgm:cxn modelId="{BC5D6501-625F-43FC-9E16-164AA3E3F576}" type="presParOf" srcId="{5D18D59A-39F7-408E-897C-63E679B88028}" destId="{30B4703D-2026-49C8-9012-19BB7C3AF7B7}" srcOrd="0" destOrd="0" presId="urn:microsoft.com/office/officeart/2005/8/layout/vList3"/>
    <dgm:cxn modelId="{678762A5-EA83-492A-A026-C49B7C308DB4}" type="presParOf" srcId="{5D18D59A-39F7-408E-897C-63E679B88028}" destId="{20EF0553-FFA1-450D-B5B8-05165EF58B6E}" srcOrd="1" destOrd="0" presId="urn:microsoft.com/office/officeart/2005/8/layout/vList3"/>
    <dgm:cxn modelId="{55D2EBE9-4043-4EB0-B2B0-3C3C2F2178CF}" type="presParOf" srcId="{ADD1A849-9B95-4E82-8825-9C1044DB4DE1}" destId="{106295C1-7203-4C3F-8651-6F38F9993670}" srcOrd="3" destOrd="0" presId="urn:microsoft.com/office/officeart/2005/8/layout/vList3"/>
    <dgm:cxn modelId="{E8D3085F-129C-435B-911E-2FB5B2883DB2}" type="presParOf" srcId="{ADD1A849-9B95-4E82-8825-9C1044DB4DE1}" destId="{396AB875-5D2C-4259-A1EC-59A0A7F987CE}" srcOrd="4" destOrd="0" presId="urn:microsoft.com/office/officeart/2005/8/layout/vList3"/>
    <dgm:cxn modelId="{EA4CE876-4A60-486A-A0D2-D0ADD97A563C}" type="presParOf" srcId="{396AB875-5D2C-4259-A1EC-59A0A7F987CE}" destId="{986A38B7-9FC0-450E-A8F3-DEC4E8DEDA9F}" srcOrd="0" destOrd="0" presId="urn:microsoft.com/office/officeart/2005/8/layout/vList3"/>
    <dgm:cxn modelId="{D17BAA5C-878A-4693-B02B-6538E8B49FE9}" type="presParOf" srcId="{396AB875-5D2C-4259-A1EC-59A0A7F987CE}" destId="{FCBD6C6C-6689-4520-819A-00EE08361A5B}" srcOrd="1" destOrd="0" presId="urn:microsoft.com/office/officeart/2005/8/layout/vList3"/>
    <dgm:cxn modelId="{715FBA71-E6D3-421A-A009-EB5CDD4DE867}" type="presParOf" srcId="{ADD1A849-9B95-4E82-8825-9C1044DB4DE1}" destId="{7276E82A-75DE-4522-B9DA-5F611C08FF72}" srcOrd="5" destOrd="0" presId="urn:microsoft.com/office/officeart/2005/8/layout/vList3"/>
    <dgm:cxn modelId="{4FD026FC-5F27-446E-8C74-1007DC706C6B}" type="presParOf" srcId="{ADD1A849-9B95-4E82-8825-9C1044DB4DE1}" destId="{C246E2E5-00AE-4608-932B-B43E17A5ACA3}" srcOrd="6" destOrd="0" presId="urn:microsoft.com/office/officeart/2005/8/layout/vList3"/>
    <dgm:cxn modelId="{F0BC9AFD-BC1A-4451-BFF5-539643725067}" type="presParOf" srcId="{C246E2E5-00AE-4608-932B-B43E17A5ACA3}" destId="{5FC3D969-2B70-4C2F-8874-C994BFF1EE3A}" srcOrd="0" destOrd="0" presId="urn:microsoft.com/office/officeart/2005/8/layout/vList3"/>
    <dgm:cxn modelId="{0FA000EA-6156-4CC2-B3EC-85C162867907}" type="presParOf" srcId="{C246E2E5-00AE-4608-932B-B43E17A5ACA3}" destId="{FFBE859B-613D-4523-952A-F46500EA0AF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115BEEB-16C0-4BB7-889C-2143A9EB22C1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F1B5252-0FEE-4622-B548-5ACC475F56FC}">
      <dgm:prSet custT="1"/>
      <dgm:spPr>
        <a:solidFill>
          <a:srgbClr val="2FA3EE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401854" tIns="27940" rIns="27940" bIns="27940" numCol="1" spcCol="1270" anchor="ctr" anchorCtr="0"/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000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sélection du kernel </a:t>
          </a:r>
          <a:r>
            <a:rPr lang="fr-FR" sz="1000" kern="1200" dirty="0" err="1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PySpark</a:t>
          </a:r>
          <a:endParaRPr lang="fr-FR" sz="1000" kern="1200" dirty="0">
            <a:solidFill>
              <a:prstClr val="black"/>
            </a:solidFill>
            <a:latin typeface="Tw Cen MT" panose="020B0602020104020603"/>
            <a:ea typeface="+mn-ea"/>
            <a:cs typeface="+mn-cs"/>
          </a:endParaRPr>
        </a:p>
      </dgm:t>
    </dgm:pt>
    <dgm:pt modelId="{FB78A791-E857-451F-80D8-40D56287A10A}" type="parTrans" cxnId="{DC429580-4373-4783-B23B-3D5A2154A3CF}">
      <dgm:prSet/>
      <dgm:spPr/>
      <dgm:t>
        <a:bodyPr/>
        <a:lstStyle/>
        <a:p>
          <a:endParaRPr lang="fr-FR" sz="1000">
            <a:solidFill>
              <a:schemeClr val="tx1"/>
            </a:solidFill>
          </a:endParaRPr>
        </a:p>
      </dgm:t>
    </dgm:pt>
    <dgm:pt modelId="{E8B172F9-EDA5-4DE8-B7B9-E62F4BB7CB49}" type="sibTrans" cxnId="{DC429580-4373-4783-B23B-3D5A2154A3CF}">
      <dgm:prSet/>
      <dgm:spPr/>
      <dgm:t>
        <a:bodyPr/>
        <a:lstStyle/>
        <a:p>
          <a:endParaRPr lang="fr-FR" sz="1000">
            <a:solidFill>
              <a:schemeClr val="tx1"/>
            </a:solidFill>
          </a:endParaRPr>
        </a:p>
      </dgm:t>
    </dgm:pt>
    <dgm:pt modelId="{E59F5B01-B3C2-487D-803D-4F4CA535C02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000" dirty="0">
              <a:solidFill>
                <a:schemeClr val="bg1"/>
              </a:solidFill>
            </a:rPr>
            <a:t>lecture des images depuis S3 </a:t>
          </a:r>
        </a:p>
      </dgm:t>
    </dgm:pt>
    <dgm:pt modelId="{687952E3-6D2F-49C3-B76E-74FA78116710}" type="parTrans" cxnId="{59CD9638-67DC-4F5E-88B7-2202BBB026CC}">
      <dgm:prSet/>
      <dgm:spPr/>
      <dgm:t>
        <a:bodyPr/>
        <a:lstStyle/>
        <a:p>
          <a:endParaRPr lang="fr-FR" sz="1000">
            <a:solidFill>
              <a:schemeClr val="tx1"/>
            </a:solidFill>
          </a:endParaRPr>
        </a:p>
      </dgm:t>
    </dgm:pt>
    <dgm:pt modelId="{C8291AC0-2B91-4B68-A552-174CC4C4CBFB}" type="sibTrans" cxnId="{59CD9638-67DC-4F5E-88B7-2202BBB026CC}">
      <dgm:prSet/>
      <dgm:spPr/>
      <dgm:t>
        <a:bodyPr/>
        <a:lstStyle/>
        <a:p>
          <a:endParaRPr lang="fr-FR" sz="1000">
            <a:solidFill>
              <a:schemeClr val="tx1"/>
            </a:solidFill>
          </a:endParaRPr>
        </a:p>
      </dgm:t>
    </dgm:pt>
    <dgm:pt modelId="{DC8223EF-2484-4C3B-B4B5-E1C9C8455EC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000" dirty="0">
              <a:solidFill>
                <a:schemeClr val="tx1"/>
              </a:solidFill>
            </a:rPr>
            <a:t>traitement Spark (avec optimisation)</a:t>
          </a:r>
        </a:p>
      </dgm:t>
    </dgm:pt>
    <dgm:pt modelId="{83603785-71B1-4E74-8950-D250D2A2625F}" type="parTrans" cxnId="{9284F04A-9929-405A-BD0E-7F50235E542B}">
      <dgm:prSet/>
      <dgm:spPr/>
      <dgm:t>
        <a:bodyPr/>
        <a:lstStyle/>
        <a:p>
          <a:endParaRPr lang="fr-FR" sz="1000">
            <a:solidFill>
              <a:schemeClr val="tx1"/>
            </a:solidFill>
          </a:endParaRPr>
        </a:p>
      </dgm:t>
    </dgm:pt>
    <dgm:pt modelId="{71F0F45B-0B78-44D2-8703-791D1C52103D}" type="sibTrans" cxnId="{9284F04A-9929-405A-BD0E-7F50235E542B}">
      <dgm:prSet/>
      <dgm:spPr/>
      <dgm:t>
        <a:bodyPr/>
        <a:lstStyle/>
        <a:p>
          <a:endParaRPr lang="fr-FR" sz="1000">
            <a:solidFill>
              <a:schemeClr val="tx1"/>
            </a:solidFill>
          </a:endParaRPr>
        </a:p>
      </dgm:t>
    </dgm:pt>
    <dgm:pt modelId="{031FCFB5-37CC-4951-BEDD-31DB6550F32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000">
              <a:solidFill>
                <a:schemeClr val="tx1"/>
              </a:solidFill>
            </a:rPr>
            <a:t>écriture des fichiers Parquet dans S3</a:t>
          </a:r>
        </a:p>
      </dgm:t>
    </dgm:pt>
    <dgm:pt modelId="{084F1C92-95AD-4475-A2A0-18775FBCAF30}" type="parTrans" cxnId="{E1E998B2-122F-4257-9FD3-37DC19E80742}">
      <dgm:prSet/>
      <dgm:spPr/>
      <dgm:t>
        <a:bodyPr/>
        <a:lstStyle/>
        <a:p>
          <a:endParaRPr lang="fr-FR" sz="1000">
            <a:solidFill>
              <a:schemeClr val="tx1"/>
            </a:solidFill>
          </a:endParaRPr>
        </a:p>
      </dgm:t>
    </dgm:pt>
    <dgm:pt modelId="{3E22AA91-F88E-40CD-8BB1-E64FA7C1CCE7}" type="sibTrans" cxnId="{E1E998B2-122F-4257-9FD3-37DC19E80742}">
      <dgm:prSet/>
      <dgm:spPr/>
      <dgm:t>
        <a:bodyPr/>
        <a:lstStyle/>
        <a:p>
          <a:endParaRPr lang="fr-FR" sz="1000">
            <a:solidFill>
              <a:schemeClr val="tx1"/>
            </a:solidFill>
          </a:endParaRPr>
        </a:p>
      </dgm:t>
    </dgm:pt>
    <dgm:pt modelId="{67DD5484-7181-406A-BFFC-D17FE5BAF284}" type="pres">
      <dgm:prSet presAssocID="{9115BEEB-16C0-4BB7-889C-2143A9EB22C1}" presName="Name0" presStyleCnt="0">
        <dgm:presLayoutVars>
          <dgm:chMax val="7"/>
          <dgm:chPref val="7"/>
          <dgm:dir/>
        </dgm:presLayoutVars>
      </dgm:prSet>
      <dgm:spPr/>
    </dgm:pt>
    <dgm:pt modelId="{E3D46EFD-D3B3-4D69-A945-4F1609F17B20}" type="pres">
      <dgm:prSet presAssocID="{9115BEEB-16C0-4BB7-889C-2143A9EB22C1}" presName="Name1" presStyleCnt="0"/>
      <dgm:spPr/>
    </dgm:pt>
    <dgm:pt modelId="{E5EBCC71-943F-46D3-A365-09D490B941B1}" type="pres">
      <dgm:prSet presAssocID="{9115BEEB-16C0-4BB7-889C-2143A9EB22C1}" presName="cycle" presStyleCnt="0"/>
      <dgm:spPr/>
    </dgm:pt>
    <dgm:pt modelId="{76931EC4-673A-4E92-81A4-1C7CA2763B55}" type="pres">
      <dgm:prSet presAssocID="{9115BEEB-16C0-4BB7-889C-2143A9EB22C1}" presName="srcNode" presStyleLbl="node1" presStyleIdx="0" presStyleCnt="4"/>
      <dgm:spPr/>
    </dgm:pt>
    <dgm:pt modelId="{E3CB4A1F-AD56-4F27-8C63-037B8089BAD9}" type="pres">
      <dgm:prSet presAssocID="{9115BEEB-16C0-4BB7-889C-2143A9EB22C1}" presName="conn" presStyleLbl="parChTrans1D2" presStyleIdx="0" presStyleCnt="1"/>
      <dgm:spPr/>
    </dgm:pt>
    <dgm:pt modelId="{8AA00B2F-8EB1-495A-ABD9-52C4B128160B}" type="pres">
      <dgm:prSet presAssocID="{9115BEEB-16C0-4BB7-889C-2143A9EB22C1}" presName="extraNode" presStyleLbl="node1" presStyleIdx="0" presStyleCnt="4"/>
      <dgm:spPr/>
    </dgm:pt>
    <dgm:pt modelId="{6B950BF4-751F-48C6-BAA8-B60C0C16CC21}" type="pres">
      <dgm:prSet presAssocID="{9115BEEB-16C0-4BB7-889C-2143A9EB22C1}" presName="dstNode" presStyleLbl="node1" presStyleIdx="0" presStyleCnt="4"/>
      <dgm:spPr/>
    </dgm:pt>
    <dgm:pt modelId="{7ACC81BA-81ED-41E7-86FC-E7D1734B0D9F}" type="pres">
      <dgm:prSet presAssocID="{3F1B5252-0FEE-4622-B548-5ACC475F56FC}" presName="text_1" presStyleLbl="node1" presStyleIdx="0" presStyleCnt="4">
        <dgm:presLayoutVars>
          <dgm:bulletEnabled val="1"/>
        </dgm:presLayoutVars>
      </dgm:prSet>
      <dgm:spPr>
        <a:xfrm>
          <a:off x="374309" y="253004"/>
          <a:ext cx="2607410" cy="506272"/>
        </a:xfrm>
        <a:prstGeom prst="rect">
          <a:avLst/>
        </a:prstGeom>
      </dgm:spPr>
    </dgm:pt>
    <dgm:pt modelId="{F733AD7B-8D71-48A1-B97E-C5E57DFEB142}" type="pres">
      <dgm:prSet presAssocID="{3F1B5252-0FEE-4622-B548-5ACC475F56FC}" presName="accent_1" presStyleCnt="0"/>
      <dgm:spPr/>
    </dgm:pt>
    <dgm:pt modelId="{3BF0FA2C-282E-485C-8681-BA279915391F}" type="pres">
      <dgm:prSet presAssocID="{3F1B5252-0FEE-4622-B548-5ACC475F56FC}" presName="accentRepeatNode" presStyleLbl="solidFgAcc1" presStyleIdx="0" presStyleCnt="4"/>
      <dgm:spPr/>
    </dgm:pt>
    <dgm:pt modelId="{AB696785-67E9-4C13-947C-F292F2A6A1DC}" type="pres">
      <dgm:prSet presAssocID="{E59F5B01-B3C2-487D-803D-4F4CA535C02C}" presName="text_2" presStyleLbl="node1" presStyleIdx="1" presStyleCnt="4">
        <dgm:presLayoutVars>
          <dgm:bulletEnabled val="1"/>
        </dgm:presLayoutVars>
      </dgm:prSet>
      <dgm:spPr/>
    </dgm:pt>
    <dgm:pt modelId="{A260409D-67D4-41B7-8A13-EBB8D4D9C6B8}" type="pres">
      <dgm:prSet presAssocID="{E59F5B01-B3C2-487D-803D-4F4CA535C02C}" presName="accent_2" presStyleCnt="0"/>
      <dgm:spPr/>
    </dgm:pt>
    <dgm:pt modelId="{86EE7582-E7DC-4D70-9342-AC30C3B51C7E}" type="pres">
      <dgm:prSet presAssocID="{E59F5B01-B3C2-487D-803D-4F4CA535C02C}" presName="accentRepeatNode" presStyleLbl="solidFgAcc1" presStyleIdx="1" presStyleCnt="4"/>
      <dgm:spPr/>
    </dgm:pt>
    <dgm:pt modelId="{0EDC9869-46ED-4FA5-9E90-549048114CA0}" type="pres">
      <dgm:prSet presAssocID="{DC8223EF-2484-4C3B-B4B5-E1C9C8455ECD}" presName="text_3" presStyleLbl="node1" presStyleIdx="2" presStyleCnt="4">
        <dgm:presLayoutVars>
          <dgm:bulletEnabled val="1"/>
        </dgm:presLayoutVars>
      </dgm:prSet>
      <dgm:spPr/>
    </dgm:pt>
    <dgm:pt modelId="{BE45F267-4BBA-4573-83CB-EE9295A3CD9D}" type="pres">
      <dgm:prSet presAssocID="{DC8223EF-2484-4C3B-B4B5-E1C9C8455ECD}" presName="accent_3" presStyleCnt="0"/>
      <dgm:spPr/>
    </dgm:pt>
    <dgm:pt modelId="{7E088600-DB05-439B-84EF-7100DBE80976}" type="pres">
      <dgm:prSet presAssocID="{DC8223EF-2484-4C3B-B4B5-E1C9C8455ECD}" presName="accentRepeatNode" presStyleLbl="solidFgAcc1" presStyleIdx="2" presStyleCnt="4"/>
      <dgm:spPr/>
    </dgm:pt>
    <dgm:pt modelId="{B4894A93-AA8B-47CC-B9E8-754C8953A1B1}" type="pres">
      <dgm:prSet presAssocID="{031FCFB5-37CC-4951-BEDD-31DB6550F32C}" presName="text_4" presStyleLbl="node1" presStyleIdx="3" presStyleCnt="4">
        <dgm:presLayoutVars>
          <dgm:bulletEnabled val="1"/>
        </dgm:presLayoutVars>
      </dgm:prSet>
      <dgm:spPr/>
    </dgm:pt>
    <dgm:pt modelId="{C9ACADFF-8564-4BDA-BFA0-47690DD6538A}" type="pres">
      <dgm:prSet presAssocID="{031FCFB5-37CC-4951-BEDD-31DB6550F32C}" presName="accent_4" presStyleCnt="0"/>
      <dgm:spPr/>
    </dgm:pt>
    <dgm:pt modelId="{5E50BF72-9335-4EF9-81ED-65C0E6D90F9C}" type="pres">
      <dgm:prSet presAssocID="{031FCFB5-37CC-4951-BEDD-31DB6550F32C}" presName="accentRepeatNode" presStyleLbl="solidFgAcc1" presStyleIdx="3" presStyleCnt="4"/>
      <dgm:spPr/>
    </dgm:pt>
  </dgm:ptLst>
  <dgm:cxnLst>
    <dgm:cxn modelId="{D3280432-D070-4F79-A70A-AF003E6B418E}" type="presOf" srcId="{031FCFB5-37CC-4951-BEDD-31DB6550F32C}" destId="{B4894A93-AA8B-47CC-B9E8-754C8953A1B1}" srcOrd="0" destOrd="0" presId="urn:microsoft.com/office/officeart/2008/layout/VerticalCurvedList"/>
    <dgm:cxn modelId="{B6B85833-2434-456F-8686-92EAE9DE740E}" type="presOf" srcId="{9115BEEB-16C0-4BB7-889C-2143A9EB22C1}" destId="{67DD5484-7181-406A-BFFC-D17FE5BAF284}" srcOrd="0" destOrd="0" presId="urn:microsoft.com/office/officeart/2008/layout/VerticalCurvedList"/>
    <dgm:cxn modelId="{59CD9638-67DC-4F5E-88B7-2202BBB026CC}" srcId="{9115BEEB-16C0-4BB7-889C-2143A9EB22C1}" destId="{E59F5B01-B3C2-487D-803D-4F4CA535C02C}" srcOrd="1" destOrd="0" parTransId="{687952E3-6D2F-49C3-B76E-74FA78116710}" sibTransId="{C8291AC0-2B91-4B68-A552-174CC4C4CBFB}"/>
    <dgm:cxn modelId="{9284F04A-9929-405A-BD0E-7F50235E542B}" srcId="{9115BEEB-16C0-4BB7-889C-2143A9EB22C1}" destId="{DC8223EF-2484-4C3B-B4B5-E1C9C8455ECD}" srcOrd="2" destOrd="0" parTransId="{83603785-71B1-4E74-8950-D250D2A2625F}" sibTransId="{71F0F45B-0B78-44D2-8703-791D1C52103D}"/>
    <dgm:cxn modelId="{C16E0F4E-0308-46EF-92B5-BD9E030D8B59}" type="presOf" srcId="{E8B172F9-EDA5-4DE8-B7B9-E62F4BB7CB49}" destId="{E3CB4A1F-AD56-4F27-8C63-037B8089BAD9}" srcOrd="0" destOrd="0" presId="urn:microsoft.com/office/officeart/2008/layout/VerticalCurvedList"/>
    <dgm:cxn modelId="{B8E27755-9F72-45EF-A11B-501BEBC993DF}" type="presOf" srcId="{DC8223EF-2484-4C3B-B4B5-E1C9C8455ECD}" destId="{0EDC9869-46ED-4FA5-9E90-549048114CA0}" srcOrd="0" destOrd="0" presId="urn:microsoft.com/office/officeart/2008/layout/VerticalCurvedList"/>
    <dgm:cxn modelId="{DC429580-4373-4783-B23B-3D5A2154A3CF}" srcId="{9115BEEB-16C0-4BB7-889C-2143A9EB22C1}" destId="{3F1B5252-0FEE-4622-B548-5ACC475F56FC}" srcOrd="0" destOrd="0" parTransId="{FB78A791-E857-451F-80D8-40D56287A10A}" sibTransId="{E8B172F9-EDA5-4DE8-B7B9-E62F4BB7CB49}"/>
    <dgm:cxn modelId="{3E84EC9E-3D9F-4043-B979-8231A3853156}" type="presOf" srcId="{E59F5B01-B3C2-487D-803D-4F4CA535C02C}" destId="{AB696785-67E9-4C13-947C-F292F2A6A1DC}" srcOrd="0" destOrd="0" presId="urn:microsoft.com/office/officeart/2008/layout/VerticalCurvedList"/>
    <dgm:cxn modelId="{E1E998B2-122F-4257-9FD3-37DC19E80742}" srcId="{9115BEEB-16C0-4BB7-889C-2143A9EB22C1}" destId="{031FCFB5-37CC-4951-BEDD-31DB6550F32C}" srcOrd="3" destOrd="0" parTransId="{084F1C92-95AD-4475-A2A0-18775FBCAF30}" sibTransId="{3E22AA91-F88E-40CD-8BB1-E64FA7C1CCE7}"/>
    <dgm:cxn modelId="{5E4E0CDD-33D5-4749-9B8B-4D26A325238D}" type="presOf" srcId="{3F1B5252-0FEE-4622-B548-5ACC475F56FC}" destId="{7ACC81BA-81ED-41E7-86FC-E7D1734B0D9F}" srcOrd="0" destOrd="0" presId="urn:microsoft.com/office/officeart/2008/layout/VerticalCurvedList"/>
    <dgm:cxn modelId="{F401DD37-2A8C-4474-8B78-9A444426AA9D}" type="presParOf" srcId="{67DD5484-7181-406A-BFFC-D17FE5BAF284}" destId="{E3D46EFD-D3B3-4D69-A945-4F1609F17B20}" srcOrd="0" destOrd="0" presId="urn:microsoft.com/office/officeart/2008/layout/VerticalCurvedList"/>
    <dgm:cxn modelId="{678FE6ED-D0A4-427B-BADD-4353E4641029}" type="presParOf" srcId="{E3D46EFD-D3B3-4D69-A945-4F1609F17B20}" destId="{E5EBCC71-943F-46D3-A365-09D490B941B1}" srcOrd="0" destOrd="0" presId="urn:microsoft.com/office/officeart/2008/layout/VerticalCurvedList"/>
    <dgm:cxn modelId="{22DE6BF3-EE82-4C2B-A3F0-0BFF9795A26D}" type="presParOf" srcId="{E5EBCC71-943F-46D3-A365-09D490B941B1}" destId="{76931EC4-673A-4E92-81A4-1C7CA2763B55}" srcOrd="0" destOrd="0" presId="urn:microsoft.com/office/officeart/2008/layout/VerticalCurvedList"/>
    <dgm:cxn modelId="{D9BF7B3A-3A8C-4C62-B8D1-3CD28CFA23DD}" type="presParOf" srcId="{E5EBCC71-943F-46D3-A365-09D490B941B1}" destId="{E3CB4A1F-AD56-4F27-8C63-037B8089BAD9}" srcOrd="1" destOrd="0" presId="urn:microsoft.com/office/officeart/2008/layout/VerticalCurvedList"/>
    <dgm:cxn modelId="{73B26405-4AB3-4850-8AE1-A60B8C63097B}" type="presParOf" srcId="{E5EBCC71-943F-46D3-A365-09D490B941B1}" destId="{8AA00B2F-8EB1-495A-ABD9-52C4B128160B}" srcOrd="2" destOrd="0" presId="urn:microsoft.com/office/officeart/2008/layout/VerticalCurvedList"/>
    <dgm:cxn modelId="{F83A0274-D1B7-4AAB-92C5-D49EFEE77E0C}" type="presParOf" srcId="{E5EBCC71-943F-46D3-A365-09D490B941B1}" destId="{6B950BF4-751F-48C6-BAA8-B60C0C16CC21}" srcOrd="3" destOrd="0" presId="urn:microsoft.com/office/officeart/2008/layout/VerticalCurvedList"/>
    <dgm:cxn modelId="{A0785AD4-DE6B-4772-BD90-89B09572CA18}" type="presParOf" srcId="{E3D46EFD-D3B3-4D69-A945-4F1609F17B20}" destId="{7ACC81BA-81ED-41E7-86FC-E7D1734B0D9F}" srcOrd="1" destOrd="0" presId="urn:microsoft.com/office/officeart/2008/layout/VerticalCurvedList"/>
    <dgm:cxn modelId="{7B5605EF-410A-4072-8665-B3875594EAA8}" type="presParOf" srcId="{E3D46EFD-D3B3-4D69-A945-4F1609F17B20}" destId="{F733AD7B-8D71-48A1-B97E-C5E57DFEB142}" srcOrd="2" destOrd="0" presId="urn:microsoft.com/office/officeart/2008/layout/VerticalCurvedList"/>
    <dgm:cxn modelId="{D4C22F37-46D5-483C-BC5C-9D39638A2281}" type="presParOf" srcId="{F733AD7B-8D71-48A1-B97E-C5E57DFEB142}" destId="{3BF0FA2C-282E-485C-8681-BA279915391F}" srcOrd="0" destOrd="0" presId="urn:microsoft.com/office/officeart/2008/layout/VerticalCurvedList"/>
    <dgm:cxn modelId="{ECA4BE83-490D-44FB-A35B-136C17C6DD5D}" type="presParOf" srcId="{E3D46EFD-D3B3-4D69-A945-4F1609F17B20}" destId="{AB696785-67E9-4C13-947C-F292F2A6A1DC}" srcOrd="3" destOrd="0" presId="urn:microsoft.com/office/officeart/2008/layout/VerticalCurvedList"/>
    <dgm:cxn modelId="{E5AB0FEA-31A6-409F-8EAB-2BCDB8EA1371}" type="presParOf" srcId="{E3D46EFD-D3B3-4D69-A945-4F1609F17B20}" destId="{A260409D-67D4-41B7-8A13-EBB8D4D9C6B8}" srcOrd="4" destOrd="0" presId="urn:microsoft.com/office/officeart/2008/layout/VerticalCurvedList"/>
    <dgm:cxn modelId="{C5D74A09-3E66-4C75-B23B-98EBAEA0E73A}" type="presParOf" srcId="{A260409D-67D4-41B7-8A13-EBB8D4D9C6B8}" destId="{86EE7582-E7DC-4D70-9342-AC30C3B51C7E}" srcOrd="0" destOrd="0" presId="urn:microsoft.com/office/officeart/2008/layout/VerticalCurvedList"/>
    <dgm:cxn modelId="{01CB26F9-BEEB-4FE6-85D8-ADE1997C0187}" type="presParOf" srcId="{E3D46EFD-D3B3-4D69-A945-4F1609F17B20}" destId="{0EDC9869-46ED-4FA5-9E90-549048114CA0}" srcOrd="5" destOrd="0" presId="urn:microsoft.com/office/officeart/2008/layout/VerticalCurvedList"/>
    <dgm:cxn modelId="{133F95F3-DE64-4C96-A1FE-D3082859D291}" type="presParOf" srcId="{E3D46EFD-D3B3-4D69-A945-4F1609F17B20}" destId="{BE45F267-4BBA-4573-83CB-EE9295A3CD9D}" srcOrd="6" destOrd="0" presId="urn:microsoft.com/office/officeart/2008/layout/VerticalCurvedList"/>
    <dgm:cxn modelId="{A43B0E69-0D65-48F6-A940-0BD1BE759A84}" type="presParOf" srcId="{BE45F267-4BBA-4573-83CB-EE9295A3CD9D}" destId="{7E088600-DB05-439B-84EF-7100DBE80976}" srcOrd="0" destOrd="0" presId="urn:microsoft.com/office/officeart/2008/layout/VerticalCurvedList"/>
    <dgm:cxn modelId="{3DA97233-84E7-491E-96F1-561CD44BCF19}" type="presParOf" srcId="{E3D46EFD-D3B3-4D69-A945-4F1609F17B20}" destId="{B4894A93-AA8B-47CC-B9E8-754C8953A1B1}" srcOrd="7" destOrd="0" presId="urn:microsoft.com/office/officeart/2008/layout/VerticalCurvedList"/>
    <dgm:cxn modelId="{E3B147EB-A04E-4DBC-A80F-595E5355E27A}" type="presParOf" srcId="{E3D46EFD-D3B3-4D69-A945-4F1609F17B20}" destId="{C9ACADFF-8564-4BDA-BFA0-47690DD6538A}" srcOrd="8" destOrd="0" presId="urn:microsoft.com/office/officeart/2008/layout/VerticalCurvedList"/>
    <dgm:cxn modelId="{8D0777A0-11EF-4B58-A60D-64B21BE56A85}" type="presParOf" srcId="{C9ACADFF-8564-4BDA-BFA0-47690DD6538A}" destId="{5E50BF72-9335-4EF9-81ED-65C0E6D90F9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115BEEB-16C0-4BB7-889C-2143A9EB22C1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F1B5252-0FEE-4622-B548-5ACC475F56FC}">
      <dgm:prSet custT="1"/>
      <dgm:spPr>
        <a:solidFill>
          <a:srgbClr val="2FA3EE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401854" tIns="27940" rIns="27940" bIns="27940" numCol="1" spcCol="1270" anchor="ctr" anchorCtr="0"/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000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sélection du kernel </a:t>
          </a:r>
          <a:r>
            <a:rPr lang="fr-FR" sz="1000" kern="1200" dirty="0" err="1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PySpark</a:t>
          </a:r>
          <a:endParaRPr lang="fr-FR" sz="1000" kern="1200" dirty="0">
            <a:solidFill>
              <a:prstClr val="black"/>
            </a:solidFill>
            <a:latin typeface="Tw Cen MT" panose="020B0602020104020603"/>
            <a:ea typeface="+mn-ea"/>
            <a:cs typeface="+mn-cs"/>
          </a:endParaRPr>
        </a:p>
      </dgm:t>
    </dgm:pt>
    <dgm:pt modelId="{FB78A791-E857-451F-80D8-40D56287A10A}" type="parTrans" cxnId="{DC429580-4373-4783-B23B-3D5A2154A3CF}">
      <dgm:prSet/>
      <dgm:spPr/>
      <dgm:t>
        <a:bodyPr/>
        <a:lstStyle/>
        <a:p>
          <a:endParaRPr lang="fr-FR" sz="1000">
            <a:solidFill>
              <a:schemeClr val="tx1"/>
            </a:solidFill>
          </a:endParaRPr>
        </a:p>
      </dgm:t>
    </dgm:pt>
    <dgm:pt modelId="{E8B172F9-EDA5-4DE8-B7B9-E62F4BB7CB49}" type="sibTrans" cxnId="{DC429580-4373-4783-B23B-3D5A2154A3CF}">
      <dgm:prSet/>
      <dgm:spPr/>
      <dgm:t>
        <a:bodyPr/>
        <a:lstStyle/>
        <a:p>
          <a:endParaRPr lang="fr-FR" sz="1000">
            <a:solidFill>
              <a:schemeClr val="tx1"/>
            </a:solidFill>
          </a:endParaRPr>
        </a:p>
      </dgm:t>
    </dgm:pt>
    <dgm:pt modelId="{E59F5B01-B3C2-487D-803D-4F4CA535C02C}">
      <dgm:prSet custT="1"/>
      <dgm:spPr>
        <a:solidFill>
          <a:srgbClr val="2FA3EE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325173" tIns="25400" rIns="25400" bIns="25400" numCol="1" spcCol="1270" anchor="ctr" anchorCtr="0"/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000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lecture des images depuis S3 </a:t>
          </a:r>
        </a:p>
      </dgm:t>
    </dgm:pt>
    <dgm:pt modelId="{687952E3-6D2F-49C3-B76E-74FA78116710}" type="parTrans" cxnId="{59CD9638-67DC-4F5E-88B7-2202BBB026CC}">
      <dgm:prSet/>
      <dgm:spPr/>
      <dgm:t>
        <a:bodyPr/>
        <a:lstStyle/>
        <a:p>
          <a:endParaRPr lang="fr-FR" sz="1000">
            <a:solidFill>
              <a:schemeClr val="tx1"/>
            </a:solidFill>
          </a:endParaRPr>
        </a:p>
      </dgm:t>
    </dgm:pt>
    <dgm:pt modelId="{C8291AC0-2B91-4B68-A552-174CC4C4CBFB}" type="sibTrans" cxnId="{59CD9638-67DC-4F5E-88B7-2202BBB026CC}">
      <dgm:prSet/>
      <dgm:spPr/>
      <dgm:t>
        <a:bodyPr/>
        <a:lstStyle/>
        <a:p>
          <a:endParaRPr lang="fr-FR" sz="1000">
            <a:solidFill>
              <a:schemeClr val="tx1"/>
            </a:solidFill>
          </a:endParaRPr>
        </a:p>
      </dgm:t>
    </dgm:pt>
    <dgm:pt modelId="{DC8223EF-2484-4C3B-B4B5-E1C9C8455EC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000" dirty="0">
              <a:solidFill>
                <a:schemeClr val="bg1"/>
              </a:solidFill>
            </a:rPr>
            <a:t>traitement Spark (avec optimisation)</a:t>
          </a:r>
        </a:p>
      </dgm:t>
    </dgm:pt>
    <dgm:pt modelId="{83603785-71B1-4E74-8950-D250D2A2625F}" type="parTrans" cxnId="{9284F04A-9929-405A-BD0E-7F50235E542B}">
      <dgm:prSet/>
      <dgm:spPr/>
      <dgm:t>
        <a:bodyPr/>
        <a:lstStyle/>
        <a:p>
          <a:endParaRPr lang="fr-FR" sz="1000">
            <a:solidFill>
              <a:schemeClr val="tx1"/>
            </a:solidFill>
          </a:endParaRPr>
        </a:p>
      </dgm:t>
    </dgm:pt>
    <dgm:pt modelId="{71F0F45B-0B78-44D2-8703-791D1C52103D}" type="sibTrans" cxnId="{9284F04A-9929-405A-BD0E-7F50235E542B}">
      <dgm:prSet/>
      <dgm:spPr/>
      <dgm:t>
        <a:bodyPr/>
        <a:lstStyle/>
        <a:p>
          <a:endParaRPr lang="fr-FR" sz="1000">
            <a:solidFill>
              <a:schemeClr val="tx1"/>
            </a:solidFill>
          </a:endParaRPr>
        </a:p>
      </dgm:t>
    </dgm:pt>
    <dgm:pt modelId="{031FCFB5-37CC-4951-BEDD-31DB6550F32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000" dirty="0">
              <a:solidFill>
                <a:schemeClr val="tx1"/>
              </a:solidFill>
            </a:rPr>
            <a:t>écriture des fichiers Parquet dans S3</a:t>
          </a:r>
        </a:p>
      </dgm:t>
    </dgm:pt>
    <dgm:pt modelId="{084F1C92-95AD-4475-A2A0-18775FBCAF30}" type="parTrans" cxnId="{E1E998B2-122F-4257-9FD3-37DC19E80742}">
      <dgm:prSet/>
      <dgm:spPr/>
      <dgm:t>
        <a:bodyPr/>
        <a:lstStyle/>
        <a:p>
          <a:endParaRPr lang="fr-FR" sz="1000">
            <a:solidFill>
              <a:schemeClr val="tx1"/>
            </a:solidFill>
          </a:endParaRPr>
        </a:p>
      </dgm:t>
    </dgm:pt>
    <dgm:pt modelId="{3E22AA91-F88E-40CD-8BB1-E64FA7C1CCE7}" type="sibTrans" cxnId="{E1E998B2-122F-4257-9FD3-37DC19E80742}">
      <dgm:prSet/>
      <dgm:spPr/>
      <dgm:t>
        <a:bodyPr/>
        <a:lstStyle/>
        <a:p>
          <a:endParaRPr lang="fr-FR" sz="1000">
            <a:solidFill>
              <a:schemeClr val="tx1"/>
            </a:solidFill>
          </a:endParaRPr>
        </a:p>
      </dgm:t>
    </dgm:pt>
    <dgm:pt modelId="{67DD5484-7181-406A-BFFC-D17FE5BAF284}" type="pres">
      <dgm:prSet presAssocID="{9115BEEB-16C0-4BB7-889C-2143A9EB22C1}" presName="Name0" presStyleCnt="0">
        <dgm:presLayoutVars>
          <dgm:chMax val="7"/>
          <dgm:chPref val="7"/>
          <dgm:dir/>
        </dgm:presLayoutVars>
      </dgm:prSet>
      <dgm:spPr/>
    </dgm:pt>
    <dgm:pt modelId="{E3D46EFD-D3B3-4D69-A945-4F1609F17B20}" type="pres">
      <dgm:prSet presAssocID="{9115BEEB-16C0-4BB7-889C-2143A9EB22C1}" presName="Name1" presStyleCnt="0"/>
      <dgm:spPr/>
    </dgm:pt>
    <dgm:pt modelId="{E5EBCC71-943F-46D3-A365-09D490B941B1}" type="pres">
      <dgm:prSet presAssocID="{9115BEEB-16C0-4BB7-889C-2143A9EB22C1}" presName="cycle" presStyleCnt="0"/>
      <dgm:spPr/>
    </dgm:pt>
    <dgm:pt modelId="{76931EC4-673A-4E92-81A4-1C7CA2763B55}" type="pres">
      <dgm:prSet presAssocID="{9115BEEB-16C0-4BB7-889C-2143A9EB22C1}" presName="srcNode" presStyleLbl="node1" presStyleIdx="0" presStyleCnt="4"/>
      <dgm:spPr/>
    </dgm:pt>
    <dgm:pt modelId="{E3CB4A1F-AD56-4F27-8C63-037B8089BAD9}" type="pres">
      <dgm:prSet presAssocID="{9115BEEB-16C0-4BB7-889C-2143A9EB22C1}" presName="conn" presStyleLbl="parChTrans1D2" presStyleIdx="0" presStyleCnt="1"/>
      <dgm:spPr/>
    </dgm:pt>
    <dgm:pt modelId="{8AA00B2F-8EB1-495A-ABD9-52C4B128160B}" type="pres">
      <dgm:prSet presAssocID="{9115BEEB-16C0-4BB7-889C-2143A9EB22C1}" presName="extraNode" presStyleLbl="node1" presStyleIdx="0" presStyleCnt="4"/>
      <dgm:spPr/>
    </dgm:pt>
    <dgm:pt modelId="{6B950BF4-751F-48C6-BAA8-B60C0C16CC21}" type="pres">
      <dgm:prSet presAssocID="{9115BEEB-16C0-4BB7-889C-2143A9EB22C1}" presName="dstNode" presStyleLbl="node1" presStyleIdx="0" presStyleCnt="4"/>
      <dgm:spPr/>
    </dgm:pt>
    <dgm:pt modelId="{7ACC81BA-81ED-41E7-86FC-E7D1734B0D9F}" type="pres">
      <dgm:prSet presAssocID="{3F1B5252-0FEE-4622-B548-5ACC475F56FC}" presName="text_1" presStyleLbl="node1" presStyleIdx="0" presStyleCnt="4">
        <dgm:presLayoutVars>
          <dgm:bulletEnabled val="1"/>
        </dgm:presLayoutVars>
      </dgm:prSet>
      <dgm:spPr>
        <a:xfrm>
          <a:off x="374309" y="253004"/>
          <a:ext cx="2607410" cy="506272"/>
        </a:xfrm>
        <a:prstGeom prst="rect">
          <a:avLst/>
        </a:prstGeom>
      </dgm:spPr>
    </dgm:pt>
    <dgm:pt modelId="{F733AD7B-8D71-48A1-B97E-C5E57DFEB142}" type="pres">
      <dgm:prSet presAssocID="{3F1B5252-0FEE-4622-B548-5ACC475F56FC}" presName="accent_1" presStyleCnt="0"/>
      <dgm:spPr/>
    </dgm:pt>
    <dgm:pt modelId="{3BF0FA2C-282E-485C-8681-BA279915391F}" type="pres">
      <dgm:prSet presAssocID="{3F1B5252-0FEE-4622-B548-5ACC475F56FC}" presName="accentRepeatNode" presStyleLbl="solidFgAcc1" presStyleIdx="0" presStyleCnt="4"/>
      <dgm:spPr/>
    </dgm:pt>
    <dgm:pt modelId="{AB696785-67E9-4C13-947C-F292F2A6A1DC}" type="pres">
      <dgm:prSet presAssocID="{E59F5B01-B3C2-487D-803D-4F4CA535C02C}" presName="text_2" presStyleLbl="node1" presStyleIdx="1" presStyleCnt="4">
        <dgm:presLayoutVars>
          <dgm:bulletEnabled val="1"/>
        </dgm:presLayoutVars>
      </dgm:prSet>
      <dgm:spPr>
        <a:xfrm>
          <a:off x="539474" y="819334"/>
          <a:ext cx="1646269" cy="409667"/>
        </a:xfrm>
        <a:prstGeom prst="rect">
          <a:avLst/>
        </a:prstGeom>
      </dgm:spPr>
    </dgm:pt>
    <dgm:pt modelId="{A260409D-67D4-41B7-8A13-EBB8D4D9C6B8}" type="pres">
      <dgm:prSet presAssocID="{E59F5B01-B3C2-487D-803D-4F4CA535C02C}" presName="accent_2" presStyleCnt="0"/>
      <dgm:spPr/>
    </dgm:pt>
    <dgm:pt modelId="{86EE7582-E7DC-4D70-9342-AC30C3B51C7E}" type="pres">
      <dgm:prSet presAssocID="{E59F5B01-B3C2-487D-803D-4F4CA535C02C}" presName="accentRepeatNode" presStyleLbl="solidFgAcc1" presStyleIdx="1" presStyleCnt="4"/>
      <dgm:spPr/>
    </dgm:pt>
    <dgm:pt modelId="{0EDC9869-46ED-4FA5-9E90-549048114CA0}" type="pres">
      <dgm:prSet presAssocID="{DC8223EF-2484-4C3B-B4B5-E1C9C8455ECD}" presName="text_3" presStyleLbl="node1" presStyleIdx="2" presStyleCnt="4">
        <dgm:presLayoutVars>
          <dgm:bulletEnabled val="1"/>
        </dgm:presLayoutVars>
      </dgm:prSet>
      <dgm:spPr/>
    </dgm:pt>
    <dgm:pt modelId="{BE45F267-4BBA-4573-83CB-EE9295A3CD9D}" type="pres">
      <dgm:prSet presAssocID="{DC8223EF-2484-4C3B-B4B5-E1C9C8455ECD}" presName="accent_3" presStyleCnt="0"/>
      <dgm:spPr/>
    </dgm:pt>
    <dgm:pt modelId="{7E088600-DB05-439B-84EF-7100DBE80976}" type="pres">
      <dgm:prSet presAssocID="{DC8223EF-2484-4C3B-B4B5-E1C9C8455ECD}" presName="accentRepeatNode" presStyleLbl="solidFgAcc1" presStyleIdx="2" presStyleCnt="4"/>
      <dgm:spPr/>
    </dgm:pt>
    <dgm:pt modelId="{B4894A93-AA8B-47CC-B9E8-754C8953A1B1}" type="pres">
      <dgm:prSet presAssocID="{031FCFB5-37CC-4951-BEDD-31DB6550F32C}" presName="text_4" presStyleLbl="node1" presStyleIdx="3" presStyleCnt="4">
        <dgm:presLayoutVars>
          <dgm:bulletEnabled val="1"/>
        </dgm:presLayoutVars>
      </dgm:prSet>
      <dgm:spPr/>
    </dgm:pt>
    <dgm:pt modelId="{C9ACADFF-8564-4BDA-BFA0-47690DD6538A}" type="pres">
      <dgm:prSet presAssocID="{031FCFB5-37CC-4951-BEDD-31DB6550F32C}" presName="accent_4" presStyleCnt="0"/>
      <dgm:spPr/>
    </dgm:pt>
    <dgm:pt modelId="{5E50BF72-9335-4EF9-81ED-65C0E6D90F9C}" type="pres">
      <dgm:prSet presAssocID="{031FCFB5-37CC-4951-BEDD-31DB6550F32C}" presName="accentRepeatNode" presStyleLbl="solidFgAcc1" presStyleIdx="3" presStyleCnt="4"/>
      <dgm:spPr/>
    </dgm:pt>
  </dgm:ptLst>
  <dgm:cxnLst>
    <dgm:cxn modelId="{D3280432-D070-4F79-A70A-AF003E6B418E}" type="presOf" srcId="{031FCFB5-37CC-4951-BEDD-31DB6550F32C}" destId="{B4894A93-AA8B-47CC-B9E8-754C8953A1B1}" srcOrd="0" destOrd="0" presId="urn:microsoft.com/office/officeart/2008/layout/VerticalCurvedList"/>
    <dgm:cxn modelId="{B6B85833-2434-456F-8686-92EAE9DE740E}" type="presOf" srcId="{9115BEEB-16C0-4BB7-889C-2143A9EB22C1}" destId="{67DD5484-7181-406A-BFFC-D17FE5BAF284}" srcOrd="0" destOrd="0" presId="urn:microsoft.com/office/officeart/2008/layout/VerticalCurvedList"/>
    <dgm:cxn modelId="{59CD9638-67DC-4F5E-88B7-2202BBB026CC}" srcId="{9115BEEB-16C0-4BB7-889C-2143A9EB22C1}" destId="{E59F5B01-B3C2-487D-803D-4F4CA535C02C}" srcOrd="1" destOrd="0" parTransId="{687952E3-6D2F-49C3-B76E-74FA78116710}" sibTransId="{C8291AC0-2B91-4B68-A552-174CC4C4CBFB}"/>
    <dgm:cxn modelId="{9284F04A-9929-405A-BD0E-7F50235E542B}" srcId="{9115BEEB-16C0-4BB7-889C-2143A9EB22C1}" destId="{DC8223EF-2484-4C3B-B4B5-E1C9C8455ECD}" srcOrd="2" destOrd="0" parTransId="{83603785-71B1-4E74-8950-D250D2A2625F}" sibTransId="{71F0F45B-0B78-44D2-8703-791D1C52103D}"/>
    <dgm:cxn modelId="{C16E0F4E-0308-46EF-92B5-BD9E030D8B59}" type="presOf" srcId="{E8B172F9-EDA5-4DE8-B7B9-E62F4BB7CB49}" destId="{E3CB4A1F-AD56-4F27-8C63-037B8089BAD9}" srcOrd="0" destOrd="0" presId="urn:microsoft.com/office/officeart/2008/layout/VerticalCurvedList"/>
    <dgm:cxn modelId="{B8E27755-9F72-45EF-A11B-501BEBC993DF}" type="presOf" srcId="{DC8223EF-2484-4C3B-B4B5-E1C9C8455ECD}" destId="{0EDC9869-46ED-4FA5-9E90-549048114CA0}" srcOrd="0" destOrd="0" presId="urn:microsoft.com/office/officeart/2008/layout/VerticalCurvedList"/>
    <dgm:cxn modelId="{DC429580-4373-4783-B23B-3D5A2154A3CF}" srcId="{9115BEEB-16C0-4BB7-889C-2143A9EB22C1}" destId="{3F1B5252-0FEE-4622-B548-5ACC475F56FC}" srcOrd="0" destOrd="0" parTransId="{FB78A791-E857-451F-80D8-40D56287A10A}" sibTransId="{E8B172F9-EDA5-4DE8-B7B9-E62F4BB7CB49}"/>
    <dgm:cxn modelId="{3E84EC9E-3D9F-4043-B979-8231A3853156}" type="presOf" srcId="{E59F5B01-B3C2-487D-803D-4F4CA535C02C}" destId="{AB696785-67E9-4C13-947C-F292F2A6A1DC}" srcOrd="0" destOrd="0" presId="urn:microsoft.com/office/officeart/2008/layout/VerticalCurvedList"/>
    <dgm:cxn modelId="{E1E998B2-122F-4257-9FD3-37DC19E80742}" srcId="{9115BEEB-16C0-4BB7-889C-2143A9EB22C1}" destId="{031FCFB5-37CC-4951-BEDD-31DB6550F32C}" srcOrd="3" destOrd="0" parTransId="{084F1C92-95AD-4475-A2A0-18775FBCAF30}" sibTransId="{3E22AA91-F88E-40CD-8BB1-E64FA7C1CCE7}"/>
    <dgm:cxn modelId="{5E4E0CDD-33D5-4749-9B8B-4D26A325238D}" type="presOf" srcId="{3F1B5252-0FEE-4622-B548-5ACC475F56FC}" destId="{7ACC81BA-81ED-41E7-86FC-E7D1734B0D9F}" srcOrd="0" destOrd="0" presId="urn:microsoft.com/office/officeart/2008/layout/VerticalCurvedList"/>
    <dgm:cxn modelId="{F401DD37-2A8C-4474-8B78-9A444426AA9D}" type="presParOf" srcId="{67DD5484-7181-406A-BFFC-D17FE5BAF284}" destId="{E3D46EFD-D3B3-4D69-A945-4F1609F17B20}" srcOrd="0" destOrd="0" presId="urn:microsoft.com/office/officeart/2008/layout/VerticalCurvedList"/>
    <dgm:cxn modelId="{678FE6ED-D0A4-427B-BADD-4353E4641029}" type="presParOf" srcId="{E3D46EFD-D3B3-4D69-A945-4F1609F17B20}" destId="{E5EBCC71-943F-46D3-A365-09D490B941B1}" srcOrd="0" destOrd="0" presId="urn:microsoft.com/office/officeart/2008/layout/VerticalCurvedList"/>
    <dgm:cxn modelId="{22DE6BF3-EE82-4C2B-A3F0-0BFF9795A26D}" type="presParOf" srcId="{E5EBCC71-943F-46D3-A365-09D490B941B1}" destId="{76931EC4-673A-4E92-81A4-1C7CA2763B55}" srcOrd="0" destOrd="0" presId="urn:microsoft.com/office/officeart/2008/layout/VerticalCurvedList"/>
    <dgm:cxn modelId="{D9BF7B3A-3A8C-4C62-B8D1-3CD28CFA23DD}" type="presParOf" srcId="{E5EBCC71-943F-46D3-A365-09D490B941B1}" destId="{E3CB4A1F-AD56-4F27-8C63-037B8089BAD9}" srcOrd="1" destOrd="0" presId="urn:microsoft.com/office/officeart/2008/layout/VerticalCurvedList"/>
    <dgm:cxn modelId="{73B26405-4AB3-4850-8AE1-A60B8C63097B}" type="presParOf" srcId="{E5EBCC71-943F-46D3-A365-09D490B941B1}" destId="{8AA00B2F-8EB1-495A-ABD9-52C4B128160B}" srcOrd="2" destOrd="0" presId="urn:microsoft.com/office/officeart/2008/layout/VerticalCurvedList"/>
    <dgm:cxn modelId="{F83A0274-D1B7-4AAB-92C5-D49EFEE77E0C}" type="presParOf" srcId="{E5EBCC71-943F-46D3-A365-09D490B941B1}" destId="{6B950BF4-751F-48C6-BAA8-B60C0C16CC21}" srcOrd="3" destOrd="0" presId="urn:microsoft.com/office/officeart/2008/layout/VerticalCurvedList"/>
    <dgm:cxn modelId="{A0785AD4-DE6B-4772-BD90-89B09572CA18}" type="presParOf" srcId="{E3D46EFD-D3B3-4D69-A945-4F1609F17B20}" destId="{7ACC81BA-81ED-41E7-86FC-E7D1734B0D9F}" srcOrd="1" destOrd="0" presId="urn:microsoft.com/office/officeart/2008/layout/VerticalCurvedList"/>
    <dgm:cxn modelId="{7B5605EF-410A-4072-8665-B3875594EAA8}" type="presParOf" srcId="{E3D46EFD-D3B3-4D69-A945-4F1609F17B20}" destId="{F733AD7B-8D71-48A1-B97E-C5E57DFEB142}" srcOrd="2" destOrd="0" presId="urn:microsoft.com/office/officeart/2008/layout/VerticalCurvedList"/>
    <dgm:cxn modelId="{D4C22F37-46D5-483C-BC5C-9D39638A2281}" type="presParOf" srcId="{F733AD7B-8D71-48A1-B97E-C5E57DFEB142}" destId="{3BF0FA2C-282E-485C-8681-BA279915391F}" srcOrd="0" destOrd="0" presId="urn:microsoft.com/office/officeart/2008/layout/VerticalCurvedList"/>
    <dgm:cxn modelId="{ECA4BE83-490D-44FB-A35B-136C17C6DD5D}" type="presParOf" srcId="{E3D46EFD-D3B3-4D69-A945-4F1609F17B20}" destId="{AB696785-67E9-4C13-947C-F292F2A6A1DC}" srcOrd="3" destOrd="0" presId="urn:microsoft.com/office/officeart/2008/layout/VerticalCurvedList"/>
    <dgm:cxn modelId="{E5AB0FEA-31A6-409F-8EAB-2BCDB8EA1371}" type="presParOf" srcId="{E3D46EFD-D3B3-4D69-A945-4F1609F17B20}" destId="{A260409D-67D4-41B7-8A13-EBB8D4D9C6B8}" srcOrd="4" destOrd="0" presId="urn:microsoft.com/office/officeart/2008/layout/VerticalCurvedList"/>
    <dgm:cxn modelId="{C5D74A09-3E66-4C75-B23B-98EBAEA0E73A}" type="presParOf" srcId="{A260409D-67D4-41B7-8A13-EBB8D4D9C6B8}" destId="{86EE7582-E7DC-4D70-9342-AC30C3B51C7E}" srcOrd="0" destOrd="0" presId="urn:microsoft.com/office/officeart/2008/layout/VerticalCurvedList"/>
    <dgm:cxn modelId="{01CB26F9-BEEB-4FE6-85D8-ADE1997C0187}" type="presParOf" srcId="{E3D46EFD-D3B3-4D69-A945-4F1609F17B20}" destId="{0EDC9869-46ED-4FA5-9E90-549048114CA0}" srcOrd="5" destOrd="0" presId="urn:microsoft.com/office/officeart/2008/layout/VerticalCurvedList"/>
    <dgm:cxn modelId="{133F95F3-DE64-4C96-A1FE-D3082859D291}" type="presParOf" srcId="{E3D46EFD-D3B3-4D69-A945-4F1609F17B20}" destId="{BE45F267-4BBA-4573-83CB-EE9295A3CD9D}" srcOrd="6" destOrd="0" presId="urn:microsoft.com/office/officeart/2008/layout/VerticalCurvedList"/>
    <dgm:cxn modelId="{A43B0E69-0D65-48F6-A940-0BD1BE759A84}" type="presParOf" srcId="{BE45F267-4BBA-4573-83CB-EE9295A3CD9D}" destId="{7E088600-DB05-439B-84EF-7100DBE80976}" srcOrd="0" destOrd="0" presId="urn:microsoft.com/office/officeart/2008/layout/VerticalCurvedList"/>
    <dgm:cxn modelId="{3DA97233-84E7-491E-96F1-561CD44BCF19}" type="presParOf" srcId="{E3D46EFD-D3B3-4D69-A945-4F1609F17B20}" destId="{B4894A93-AA8B-47CC-B9E8-754C8953A1B1}" srcOrd="7" destOrd="0" presId="urn:microsoft.com/office/officeart/2008/layout/VerticalCurvedList"/>
    <dgm:cxn modelId="{E3B147EB-A04E-4DBC-A80F-595E5355E27A}" type="presParOf" srcId="{E3D46EFD-D3B3-4D69-A945-4F1609F17B20}" destId="{C9ACADFF-8564-4BDA-BFA0-47690DD6538A}" srcOrd="8" destOrd="0" presId="urn:microsoft.com/office/officeart/2008/layout/VerticalCurvedList"/>
    <dgm:cxn modelId="{8D0777A0-11EF-4B58-A60D-64B21BE56A85}" type="presParOf" srcId="{C9ACADFF-8564-4BDA-BFA0-47690DD6538A}" destId="{5E50BF72-9335-4EF9-81ED-65C0E6D90F9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9DC08DF-2A18-4FDF-86D6-1722A6AFCC81}" type="doc">
      <dgm:prSet loTypeId="urn:microsoft.com/office/officeart/2005/8/layout/process2" loCatId="process" qsTypeId="urn:microsoft.com/office/officeart/2005/8/quickstyle/simple1" qsCatId="simple" csTypeId="urn:microsoft.com/office/officeart/2005/8/colors/accent4_2" csCatId="accent4" phldr="1"/>
      <dgm:spPr/>
    </dgm:pt>
    <dgm:pt modelId="{D2BC2CD9-A439-4211-9864-E87F9B093364}">
      <dgm:prSet custT="1"/>
      <dgm:spPr/>
      <dgm:t>
        <a:bodyPr/>
        <a:lstStyle/>
        <a:p>
          <a:r>
            <a:rPr lang="fr-FR" sz="1200" b="1" dirty="0">
              <a:solidFill>
                <a:schemeClr val="tx1"/>
              </a:solidFill>
            </a:rPr>
            <a:t>Chargement de MobileNetV2 pré-entraîné.</a:t>
          </a:r>
        </a:p>
      </dgm:t>
    </dgm:pt>
    <dgm:pt modelId="{64506610-851A-4EEB-8CC0-24C2692AD894}" type="parTrans" cxnId="{13172CE3-7EFF-458E-B25C-95A274824C64}">
      <dgm:prSet/>
      <dgm:spPr/>
      <dgm:t>
        <a:bodyPr/>
        <a:lstStyle/>
        <a:p>
          <a:endParaRPr lang="fr-FR" sz="1200" b="1">
            <a:solidFill>
              <a:schemeClr val="tx1"/>
            </a:solidFill>
          </a:endParaRPr>
        </a:p>
      </dgm:t>
    </dgm:pt>
    <dgm:pt modelId="{3EF5E028-2106-4EC4-AC97-E84823DA8E40}" type="sibTrans" cxnId="{13172CE3-7EFF-458E-B25C-95A274824C64}">
      <dgm:prSet custT="1"/>
      <dgm:spPr/>
      <dgm:t>
        <a:bodyPr/>
        <a:lstStyle/>
        <a:p>
          <a:endParaRPr lang="fr-FR" sz="1200" b="1">
            <a:solidFill>
              <a:schemeClr val="tx1"/>
            </a:solidFill>
          </a:endParaRPr>
        </a:p>
      </dgm:t>
    </dgm:pt>
    <dgm:pt modelId="{DC560B62-8D8B-4DD2-B922-27DA5F49474D}">
      <dgm:prSet custT="1"/>
      <dgm:spPr/>
      <dgm:t>
        <a:bodyPr/>
        <a:lstStyle/>
        <a:p>
          <a:r>
            <a:rPr lang="fr-FR" sz="1200" b="1" dirty="0">
              <a:solidFill>
                <a:schemeClr val="tx1"/>
              </a:solidFill>
            </a:rPr>
            <a:t>Prétraitement des images</a:t>
          </a:r>
        </a:p>
      </dgm:t>
    </dgm:pt>
    <dgm:pt modelId="{4FE151B4-C9C0-4710-8A7F-41EC72612E0F}" type="parTrans" cxnId="{05DF2F7C-A4F8-4D8B-9239-F2D41BF348C7}">
      <dgm:prSet/>
      <dgm:spPr/>
      <dgm:t>
        <a:bodyPr/>
        <a:lstStyle/>
        <a:p>
          <a:endParaRPr lang="fr-FR" sz="1200" b="1">
            <a:solidFill>
              <a:schemeClr val="tx1"/>
            </a:solidFill>
          </a:endParaRPr>
        </a:p>
      </dgm:t>
    </dgm:pt>
    <dgm:pt modelId="{80FE3049-8CEE-4699-BADB-64F281BBD39F}" type="sibTrans" cxnId="{05DF2F7C-A4F8-4D8B-9239-F2D41BF348C7}">
      <dgm:prSet custT="1"/>
      <dgm:spPr/>
      <dgm:t>
        <a:bodyPr/>
        <a:lstStyle/>
        <a:p>
          <a:endParaRPr lang="fr-FR" sz="1200" b="1">
            <a:solidFill>
              <a:schemeClr val="tx1"/>
            </a:solidFill>
          </a:endParaRPr>
        </a:p>
      </dgm:t>
    </dgm:pt>
    <dgm:pt modelId="{BC48ED48-0702-495E-86E6-309B16FD0FA2}">
      <dgm:prSet custT="1"/>
      <dgm:spPr/>
      <dgm:t>
        <a:bodyPr/>
        <a:lstStyle/>
        <a:p>
          <a:r>
            <a:rPr lang="fr-FR" sz="1200" b="1" dirty="0">
              <a:solidFill>
                <a:schemeClr val="tx1"/>
              </a:solidFill>
            </a:rPr>
            <a:t>Génération d'un vecteur de 1 280 dimensions par image.</a:t>
          </a:r>
        </a:p>
      </dgm:t>
    </dgm:pt>
    <dgm:pt modelId="{14D2F6F3-4BFC-4443-90BF-EDE127CBB46B}" type="parTrans" cxnId="{6BE22660-ECF4-48CA-8CCD-F191BF286391}">
      <dgm:prSet/>
      <dgm:spPr/>
      <dgm:t>
        <a:bodyPr/>
        <a:lstStyle/>
        <a:p>
          <a:endParaRPr lang="fr-FR" sz="1200" b="1">
            <a:solidFill>
              <a:schemeClr val="tx1"/>
            </a:solidFill>
          </a:endParaRPr>
        </a:p>
      </dgm:t>
    </dgm:pt>
    <dgm:pt modelId="{FEBF47FE-7B12-4BB6-AAD8-EC723D1E660F}" type="sibTrans" cxnId="{6BE22660-ECF4-48CA-8CCD-F191BF286391}">
      <dgm:prSet custT="1"/>
      <dgm:spPr/>
      <dgm:t>
        <a:bodyPr/>
        <a:lstStyle/>
        <a:p>
          <a:endParaRPr lang="fr-FR" sz="1200" b="1">
            <a:solidFill>
              <a:schemeClr val="tx1"/>
            </a:solidFill>
          </a:endParaRPr>
        </a:p>
      </dgm:t>
    </dgm:pt>
    <dgm:pt modelId="{51FA3940-1C50-4290-9E18-7F8C8F3CB50C}">
      <dgm:prSet phldrT="[Texte]" custT="1"/>
      <dgm:spPr/>
      <dgm:t>
        <a:bodyPr/>
        <a:lstStyle/>
        <a:p>
          <a:r>
            <a:rPr lang="fr-FR" sz="1200" b="1">
              <a:solidFill>
                <a:schemeClr val="tx1"/>
              </a:solidFill>
            </a:rPr>
            <a:t>Extraction des caractéristiques</a:t>
          </a:r>
          <a:endParaRPr lang="fr-FR" sz="1200" b="1" dirty="0">
            <a:solidFill>
              <a:schemeClr val="tx1"/>
            </a:solidFill>
          </a:endParaRPr>
        </a:p>
      </dgm:t>
    </dgm:pt>
    <dgm:pt modelId="{EF664069-2847-4F0F-A35F-5C084B41834B}" type="parTrans" cxnId="{2977D566-BA70-450F-8028-D9AFFD7BABB4}">
      <dgm:prSet/>
      <dgm:spPr/>
      <dgm:t>
        <a:bodyPr/>
        <a:lstStyle/>
        <a:p>
          <a:endParaRPr lang="fr-FR" sz="1200" b="1">
            <a:solidFill>
              <a:schemeClr val="tx1"/>
            </a:solidFill>
          </a:endParaRPr>
        </a:p>
      </dgm:t>
    </dgm:pt>
    <dgm:pt modelId="{5AD70499-4ED3-4DBD-BB1F-65472726FEB8}" type="sibTrans" cxnId="{2977D566-BA70-450F-8028-D9AFFD7BABB4}">
      <dgm:prSet custT="1"/>
      <dgm:spPr/>
      <dgm:t>
        <a:bodyPr/>
        <a:lstStyle/>
        <a:p>
          <a:endParaRPr lang="fr-FR" sz="1200" b="1">
            <a:solidFill>
              <a:schemeClr val="tx1"/>
            </a:solidFill>
          </a:endParaRPr>
        </a:p>
      </dgm:t>
    </dgm:pt>
    <dgm:pt modelId="{96479C8E-B5F5-467C-8A0A-3DDE90B78184}">
      <dgm:prSet custT="1"/>
      <dgm:spPr/>
      <dgm:t>
        <a:bodyPr/>
        <a:lstStyle/>
        <a:p>
          <a:r>
            <a:rPr lang="fr-FR" sz="1200" b="1" dirty="0">
              <a:solidFill>
                <a:schemeClr val="tx1"/>
              </a:solidFill>
            </a:rPr>
            <a:t>Réduction significative de dimension PCA</a:t>
          </a:r>
        </a:p>
      </dgm:t>
    </dgm:pt>
    <dgm:pt modelId="{26BC94F6-0796-43A0-9287-C20573AFAAC0}" type="parTrans" cxnId="{AE126DA3-81FD-426A-BC2E-C9081506385B}">
      <dgm:prSet/>
      <dgm:spPr/>
      <dgm:t>
        <a:bodyPr/>
        <a:lstStyle/>
        <a:p>
          <a:endParaRPr lang="fr-FR" sz="1200" b="1"/>
        </a:p>
      </dgm:t>
    </dgm:pt>
    <dgm:pt modelId="{A606F2D7-3C7E-45FA-9BAD-D34170A3A244}" type="sibTrans" cxnId="{AE126DA3-81FD-426A-BC2E-C9081506385B}">
      <dgm:prSet/>
      <dgm:spPr/>
      <dgm:t>
        <a:bodyPr/>
        <a:lstStyle/>
        <a:p>
          <a:endParaRPr lang="fr-FR" sz="1200" b="1"/>
        </a:p>
      </dgm:t>
    </dgm:pt>
    <dgm:pt modelId="{DE03C4EA-0F7B-4DAD-A55A-DB024E4F1A01}">
      <dgm:prSet custT="1"/>
      <dgm:spPr/>
      <dgm:t>
        <a:bodyPr/>
        <a:lstStyle/>
        <a:p>
          <a:r>
            <a:rPr lang="fr-FR" sz="1200" b="1" dirty="0">
              <a:solidFill>
                <a:schemeClr val="tx1"/>
              </a:solidFill>
            </a:rPr>
            <a:t>Broadcast</a:t>
          </a:r>
        </a:p>
      </dgm:t>
    </dgm:pt>
    <dgm:pt modelId="{AB430E16-1DE9-4447-B43A-305780ABDCCE}" type="parTrans" cxnId="{F5DE3717-A77D-4395-8515-2E8132F4BB42}">
      <dgm:prSet/>
      <dgm:spPr/>
      <dgm:t>
        <a:bodyPr/>
        <a:lstStyle/>
        <a:p>
          <a:endParaRPr lang="fr-FR" sz="1200" b="1"/>
        </a:p>
      </dgm:t>
    </dgm:pt>
    <dgm:pt modelId="{9277AD85-A17E-4178-9795-E2F3DB68D2BD}" type="sibTrans" cxnId="{F5DE3717-A77D-4395-8515-2E8132F4BB42}">
      <dgm:prSet custT="1"/>
      <dgm:spPr/>
      <dgm:t>
        <a:bodyPr/>
        <a:lstStyle/>
        <a:p>
          <a:endParaRPr lang="fr-FR" sz="1200" b="1"/>
        </a:p>
      </dgm:t>
    </dgm:pt>
    <dgm:pt modelId="{9F52A169-2550-4304-BCA4-C5612A62D0AF}">
      <dgm:prSet custT="1"/>
      <dgm:spPr/>
      <dgm:t>
        <a:bodyPr/>
        <a:lstStyle/>
        <a:p>
          <a:r>
            <a:rPr lang="fr-FR" sz="1200" b="0" dirty="0">
              <a:solidFill>
                <a:schemeClr val="tx1"/>
              </a:solidFill>
            </a:rPr>
            <a:t>Les poids du modèle sont diffusés une seule fois sur chaque nœud.</a:t>
          </a:r>
        </a:p>
      </dgm:t>
    </dgm:pt>
    <dgm:pt modelId="{F95160B7-F0F2-4DB1-BF3E-320C40946557}" type="parTrans" cxnId="{993B22B9-65C2-4B45-A6C7-972DD204F4CC}">
      <dgm:prSet/>
      <dgm:spPr/>
      <dgm:t>
        <a:bodyPr/>
        <a:lstStyle/>
        <a:p>
          <a:endParaRPr lang="fr-FR" sz="1200" b="1"/>
        </a:p>
      </dgm:t>
    </dgm:pt>
    <dgm:pt modelId="{A3937CF5-76CF-47DF-BE49-AF37F51926DE}" type="sibTrans" cxnId="{993B22B9-65C2-4B45-A6C7-972DD204F4CC}">
      <dgm:prSet/>
      <dgm:spPr/>
      <dgm:t>
        <a:bodyPr/>
        <a:lstStyle/>
        <a:p>
          <a:endParaRPr lang="fr-FR" sz="1200" b="1"/>
        </a:p>
      </dgm:t>
    </dgm:pt>
    <dgm:pt modelId="{24158FD0-4A8D-4A90-A329-4BF8808528D6}" type="pres">
      <dgm:prSet presAssocID="{F9DC08DF-2A18-4FDF-86D6-1722A6AFCC81}" presName="linearFlow" presStyleCnt="0">
        <dgm:presLayoutVars>
          <dgm:resizeHandles val="exact"/>
        </dgm:presLayoutVars>
      </dgm:prSet>
      <dgm:spPr/>
    </dgm:pt>
    <dgm:pt modelId="{0AB1EB87-CA92-4FFF-96D4-22241DF8014D}" type="pres">
      <dgm:prSet presAssocID="{D2BC2CD9-A439-4211-9864-E87F9B093364}" presName="node" presStyleLbl="node1" presStyleIdx="0" presStyleCnt="6">
        <dgm:presLayoutVars>
          <dgm:bulletEnabled val="1"/>
        </dgm:presLayoutVars>
      </dgm:prSet>
      <dgm:spPr/>
    </dgm:pt>
    <dgm:pt modelId="{68799ED8-4388-46CE-99D0-1767863665FD}" type="pres">
      <dgm:prSet presAssocID="{3EF5E028-2106-4EC4-AC97-E84823DA8E40}" presName="sibTrans" presStyleLbl="sibTrans2D1" presStyleIdx="0" presStyleCnt="5"/>
      <dgm:spPr/>
    </dgm:pt>
    <dgm:pt modelId="{09F3B64E-988F-4598-9C88-B5F8930F6416}" type="pres">
      <dgm:prSet presAssocID="{3EF5E028-2106-4EC4-AC97-E84823DA8E40}" presName="connectorText" presStyleLbl="sibTrans2D1" presStyleIdx="0" presStyleCnt="5"/>
      <dgm:spPr/>
    </dgm:pt>
    <dgm:pt modelId="{53338B2B-568B-40A7-A610-F4A058C956B4}" type="pres">
      <dgm:prSet presAssocID="{DE03C4EA-0F7B-4DAD-A55A-DB024E4F1A01}" presName="node" presStyleLbl="node1" presStyleIdx="1" presStyleCnt="6">
        <dgm:presLayoutVars>
          <dgm:bulletEnabled val="1"/>
        </dgm:presLayoutVars>
      </dgm:prSet>
      <dgm:spPr/>
    </dgm:pt>
    <dgm:pt modelId="{7449CFE1-B669-4A73-8BC2-E132D9A14F52}" type="pres">
      <dgm:prSet presAssocID="{9277AD85-A17E-4178-9795-E2F3DB68D2BD}" presName="sibTrans" presStyleLbl="sibTrans2D1" presStyleIdx="1" presStyleCnt="5"/>
      <dgm:spPr/>
    </dgm:pt>
    <dgm:pt modelId="{1B089DC0-F870-4481-84EC-647F64CED4AB}" type="pres">
      <dgm:prSet presAssocID="{9277AD85-A17E-4178-9795-E2F3DB68D2BD}" presName="connectorText" presStyleLbl="sibTrans2D1" presStyleIdx="1" presStyleCnt="5"/>
      <dgm:spPr/>
    </dgm:pt>
    <dgm:pt modelId="{DE280C4A-6C34-4E39-866F-23CF5920CFC4}" type="pres">
      <dgm:prSet presAssocID="{DC560B62-8D8B-4DD2-B922-27DA5F49474D}" presName="node" presStyleLbl="node1" presStyleIdx="2" presStyleCnt="6">
        <dgm:presLayoutVars>
          <dgm:bulletEnabled val="1"/>
        </dgm:presLayoutVars>
      </dgm:prSet>
      <dgm:spPr/>
    </dgm:pt>
    <dgm:pt modelId="{90F197EF-A7C6-4921-A0D6-35C3BE441409}" type="pres">
      <dgm:prSet presAssocID="{80FE3049-8CEE-4699-BADB-64F281BBD39F}" presName="sibTrans" presStyleLbl="sibTrans2D1" presStyleIdx="2" presStyleCnt="5"/>
      <dgm:spPr/>
    </dgm:pt>
    <dgm:pt modelId="{CC7E9545-DE9F-4963-BFD4-218D51423E47}" type="pres">
      <dgm:prSet presAssocID="{80FE3049-8CEE-4699-BADB-64F281BBD39F}" presName="connectorText" presStyleLbl="sibTrans2D1" presStyleIdx="2" presStyleCnt="5"/>
      <dgm:spPr/>
    </dgm:pt>
    <dgm:pt modelId="{783FCD60-6CC2-4B48-B97E-D4EBA1BC1BA6}" type="pres">
      <dgm:prSet presAssocID="{51FA3940-1C50-4290-9E18-7F8C8F3CB50C}" presName="node" presStyleLbl="node1" presStyleIdx="3" presStyleCnt="6">
        <dgm:presLayoutVars>
          <dgm:bulletEnabled val="1"/>
        </dgm:presLayoutVars>
      </dgm:prSet>
      <dgm:spPr/>
    </dgm:pt>
    <dgm:pt modelId="{E9D051F3-8AA5-4408-9634-9A2FDB26A041}" type="pres">
      <dgm:prSet presAssocID="{5AD70499-4ED3-4DBD-BB1F-65472726FEB8}" presName="sibTrans" presStyleLbl="sibTrans2D1" presStyleIdx="3" presStyleCnt="5"/>
      <dgm:spPr/>
    </dgm:pt>
    <dgm:pt modelId="{2F98F527-206C-4420-ACAF-4590AED68123}" type="pres">
      <dgm:prSet presAssocID="{5AD70499-4ED3-4DBD-BB1F-65472726FEB8}" presName="connectorText" presStyleLbl="sibTrans2D1" presStyleIdx="3" presStyleCnt="5"/>
      <dgm:spPr/>
    </dgm:pt>
    <dgm:pt modelId="{3E25BEAD-2FDA-4E9F-A660-EEA462D02463}" type="pres">
      <dgm:prSet presAssocID="{BC48ED48-0702-495E-86E6-309B16FD0FA2}" presName="node" presStyleLbl="node1" presStyleIdx="4" presStyleCnt="6">
        <dgm:presLayoutVars>
          <dgm:bulletEnabled val="1"/>
        </dgm:presLayoutVars>
      </dgm:prSet>
      <dgm:spPr/>
    </dgm:pt>
    <dgm:pt modelId="{021B4450-EFF8-4ACF-8968-4CA3DCBA05BE}" type="pres">
      <dgm:prSet presAssocID="{FEBF47FE-7B12-4BB6-AAD8-EC723D1E660F}" presName="sibTrans" presStyleLbl="sibTrans2D1" presStyleIdx="4" presStyleCnt="5"/>
      <dgm:spPr/>
    </dgm:pt>
    <dgm:pt modelId="{DD2F585D-CB81-490E-9505-ECBF3D354E40}" type="pres">
      <dgm:prSet presAssocID="{FEBF47FE-7B12-4BB6-AAD8-EC723D1E660F}" presName="connectorText" presStyleLbl="sibTrans2D1" presStyleIdx="4" presStyleCnt="5"/>
      <dgm:spPr/>
    </dgm:pt>
    <dgm:pt modelId="{BEC08102-64D7-4C3C-8077-DD92FA03310B}" type="pres">
      <dgm:prSet presAssocID="{96479C8E-B5F5-467C-8A0A-3DDE90B78184}" presName="node" presStyleLbl="node1" presStyleIdx="5" presStyleCnt="6">
        <dgm:presLayoutVars>
          <dgm:bulletEnabled val="1"/>
        </dgm:presLayoutVars>
      </dgm:prSet>
      <dgm:spPr/>
    </dgm:pt>
  </dgm:ptLst>
  <dgm:cxnLst>
    <dgm:cxn modelId="{AFF9AB09-0ADD-43B0-8AD5-20C05E9D78C4}" type="presOf" srcId="{3EF5E028-2106-4EC4-AC97-E84823DA8E40}" destId="{09F3B64E-988F-4598-9C88-B5F8930F6416}" srcOrd="1" destOrd="0" presId="urn:microsoft.com/office/officeart/2005/8/layout/process2"/>
    <dgm:cxn modelId="{1AA92A0C-02B3-4F4E-B8CB-F5DCC972F62D}" type="presOf" srcId="{9277AD85-A17E-4178-9795-E2F3DB68D2BD}" destId="{1B089DC0-F870-4481-84EC-647F64CED4AB}" srcOrd="1" destOrd="0" presId="urn:microsoft.com/office/officeart/2005/8/layout/process2"/>
    <dgm:cxn modelId="{F5DE3717-A77D-4395-8515-2E8132F4BB42}" srcId="{F9DC08DF-2A18-4FDF-86D6-1722A6AFCC81}" destId="{DE03C4EA-0F7B-4DAD-A55A-DB024E4F1A01}" srcOrd="1" destOrd="0" parTransId="{AB430E16-1DE9-4447-B43A-305780ABDCCE}" sibTransId="{9277AD85-A17E-4178-9795-E2F3DB68D2BD}"/>
    <dgm:cxn modelId="{92171C27-9569-4722-B7C9-6FF3CB22B1BA}" type="presOf" srcId="{5AD70499-4ED3-4DBD-BB1F-65472726FEB8}" destId="{E9D051F3-8AA5-4408-9634-9A2FDB26A041}" srcOrd="0" destOrd="0" presId="urn:microsoft.com/office/officeart/2005/8/layout/process2"/>
    <dgm:cxn modelId="{1E161431-4103-4B52-856C-0166D8A96D0A}" type="presOf" srcId="{9F52A169-2550-4304-BCA4-C5612A62D0AF}" destId="{53338B2B-568B-40A7-A610-F4A058C956B4}" srcOrd="0" destOrd="1" presId="urn:microsoft.com/office/officeart/2005/8/layout/process2"/>
    <dgm:cxn modelId="{DFA6F639-25D5-4E86-B81F-68364413E596}" type="presOf" srcId="{80FE3049-8CEE-4699-BADB-64F281BBD39F}" destId="{90F197EF-A7C6-4921-A0D6-35C3BE441409}" srcOrd="0" destOrd="0" presId="urn:microsoft.com/office/officeart/2005/8/layout/process2"/>
    <dgm:cxn modelId="{FEF6F73E-69F3-4BC0-97A8-6698FDAF7BC6}" type="presOf" srcId="{FEBF47FE-7B12-4BB6-AAD8-EC723D1E660F}" destId="{DD2F585D-CB81-490E-9505-ECBF3D354E40}" srcOrd="1" destOrd="0" presId="urn:microsoft.com/office/officeart/2005/8/layout/process2"/>
    <dgm:cxn modelId="{00F6C85E-6E35-4DFD-B41A-4499714ABF7E}" type="presOf" srcId="{96479C8E-B5F5-467C-8A0A-3DDE90B78184}" destId="{BEC08102-64D7-4C3C-8077-DD92FA03310B}" srcOrd="0" destOrd="0" presId="urn:microsoft.com/office/officeart/2005/8/layout/process2"/>
    <dgm:cxn modelId="{6BE22660-ECF4-48CA-8CCD-F191BF286391}" srcId="{F9DC08DF-2A18-4FDF-86D6-1722A6AFCC81}" destId="{BC48ED48-0702-495E-86E6-309B16FD0FA2}" srcOrd="4" destOrd="0" parTransId="{14D2F6F3-4BFC-4443-90BF-EDE127CBB46B}" sibTransId="{FEBF47FE-7B12-4BB6-AAD8-EC723D1E660F}"/>
    <dgm:cxn modelId="{2977D566-BA70-450F-8028-D9AFFD7BABB4}" srcId="{F9DC08DF-2A18-4FDF-86D6-1722A6AFCC81}" destId="{51FA3940-1C50-4290-9E18-7F8C8F3CB50C}" srcOrd="3" destOrd="0" parTransId="{EF664069-2847-4F0F-A35F-5C084B41834B}" sibTransId="{5AD70499-4ED3-4DBD-BB1F-65472726FEB8}"/>
    <dgm:cxn modelId="{BEAE6F4D-79EC-44FE-9FCD-5960A6744583}" type="presOf" srcId="{F9DC08DF-2A18-4FDF-86D6-1722A6AFCC81}" destId="{24158FD0-4A8D-4A90-A329-4BF8808528D6}" srcOrd="0" destOrd="0" presId="urn:microsoft.com/office/officeart/2005/8/layout/process2"/>
    <dgm:cxn modelId="{783D774D-497C-4F07-9CD2-84F9BE85A641}" type="presOf" srcId="{3EF5E028-2106-4EC4-AC97-E84823DA8E40}" destId="{68799ED8-4388-46CE-99D0-1767863665FD}" srcOrd="0" destOrd="0" presId="urn:microsoft.com/office/officeart/2005/8/layout/process2"/>
    <dgm:cxn modelId="{5676347B-FC11-4670-A5D5-03C394869115}" type="presOf" srcId="{9277AD85-A17E-4178-9795-E2F3DB68D2BD}" destId="{7449CFE1-B669-4A73-8BC2-E132D9A14F52}" srcOrd="0" destOrd="0" presId="urn:microsoft.com/office/officeart/2005/8/layout/process2"/>
    <dgm:cxn modelId="{05DF2F7C-A4F8-4D8B-9239-F2D41BF348C7}" srcId="{F9DC08DF-2A18-4FDF-86D6-1722A6AFCC81}" destId="{DC560B62-8D8B-4DD2-B922-27DA5F49474D}" srcOrd="2" destOrd="0" parTransId="{4FE151B4-C9C0-4710-8A7F-41EC72612E0F}" sibTransId="{80FE3049-8CEE-4699-BADB-64F281BBD39F}"/>
    <dgm:cxn modelId="{75A07E80-5CD4-41A3-97E6-EB160865F60D}" type="presOf" srcId="{DC560B62-8D8B-4DD2-B922-27DA5F49474D}" destId="{DE280C4A-6C34-4E39-866F-23CF5920CFC4}" srcOrd="0" destOrd="0" presId="urn:microsoft.com/office/officeart/2005/8/layout/process2"/>
    <dgm:cxn modelId="{95741D9E-ADEF-46A7-9B01-69FE7A228875}" type="presOf" srcId="{51FA3940-1C50-4290-9E18-7F8C8F3CB50C}" destId="{783FCD60-6CC2-4B48-B97E-D4EBA1BC1BA6}" srcOrd="0" destOrd="0" presId="urn:microsoft.com/office/officeart/2005/8/layout/process2"/>
    <dgm:cxn modelId="{AE126DA3-81FD-426A-BC2E-C9081506385B}" srcId="{F9DC08DF-2A18-4FDF-86D6-1722A6AFCC81}" destId="{96479C8E-B5F5-467C-8A0A-3DDE90B78184}" srcOrd="5" destOrd="0" parTransId="{26BC94F6-0796-43A0-9287-C20573AFAAC0}" sibTransId="{A606F2D7-3C7E-45FA-9BAD-D34170A3A244}"/>
    <dgm:cxn modelId="{B47F97A4-AB70-4D28-9E6A-11AF18CC4698}" type="presOf" srcId="{BC48ED48-0702-495E-86E6-309B16FD0FA2}" destId="{3E25BEAD-2FDA-4E9F-A660-EEA462D02463}" srcOrd="0" destOrd="0" presId="urn:microsoft.com/office/officeart/2005/8/layout/process2"/>
    <dgm:cxn modelId="{993B22B9-65C2-4B45-A6C7-972DD204F4CC}" srcId="{DE03C4EA-0F7B-4DAD-A55A-DB024E4F1A01}" destId="{9F52A169-2550-4304-BCA4-C5612A62D0AF}" srcOrd="0" destOrd="0" parTransId="{F95160B7-F0F2-4DB1-BF3E-320C40946557}" sibTransId="{A3937CF5-76CF-47DF-BE49-AF37F51926DE}"/>
    <dgm:cxn modelId="{A026E7CC-E422-4BF0-B746-91FDC6FC0E61}" type="presOf" srcId="{5AD70499-4ED3-4DBD-BB1F-65472726FEB8}" destId="{2F98F527-206C-4420-ACAF-4590AED68123}" srcOrd="1" destOrd="0" presId="urn:microsoft.com/office/officeart/2005/8/layout/process2"/>
    <dgm:cxn modelId="{5575D6D8-A795-44DB-91BB-584F2003A83E}" type="presOf" srcId="{DE03C4EA-0F7B-4DAD-A55A-DB024E4F1A01}" destId="{53338B2B-568B-40A7-A610-F4A058C956B4}" srcOrd="0" destOrd="0" presId="urn:microsoft.com/office/officeart/2005/8/layout/process2"/>
    <dgm:cxn modelId="{13172CE3-7EFF-458E-B25C-95A274824C64}" srcId="{F9DC08DF-2A18-4FDF-86D6-1722A6AFCC81}" destId="{D2BC2CD9-A439-4211-9864-E87F9B093364}" srcOrd="0" destOrd="0" parTransId="{64506610-851A-4EEB-8CC0-24C2692AD894}" sibTransId="{3EF5E028-2106-4EC4-AC97-E84823DA8E40}"/>
    <dgm:cxn modelId="{0C5362ED-13A4-448B-974F-5B30021DDF61}" type="presOf" srcId="{FEBF47FE-7B12-4BB6-AAD8-EC723D1E660F}" destId="{021B4450-EFF8-4ACF-8968-4CA3DCBA05BE}" srcOrd="0" destOrd="0" presId="urn:microsoft.com/office/officeart/2005/8/layout/process2"/>
    <dgm:cxn modelId="{9F73D1F6-7161-495E-BF11-7EA0794385C2}" type="presOf" srcId="{80FE3049-8CEE-4699-BADB-64F281BBD39F}" destId="{CC7E9545-DE9F-4963-BFD4-218D51423E47}" srcOrd="1" destOrd="0" presId="urn:microsoft.com/office/officeart/2005/8/layout/process2"/>
    <dgm:cxn modelId="{0A58F6FA-F917-4310-85B0-0FCEC50C6F1A}" type="presOf" srcId="{D2BC2CD9-A439-4211-9864-E87F9B093364}" destId="{0AB1EB87-CA92-4FFF-96D4-22241DF8014D}" srcOrd="0" destOrd="0" presId="urn:microsoft.com/office/officeart/2005/8/layout/process2"/>
    <dgm:cxn modelId="{B8D8E252-1C4D-4F92-B57C-C02CE278ACCB}" type="presParOf" srcId="{24158FD0-4A8D-4A90-A329-4BF8808528D6}" destId="{0AB1EB87-CA92-4FFF-96D4-22241DF8014D}" srcOrd="0" destOrd="0" presId="urn:microsoft.com/office/officeart/2005/8/layout/process2"/>
    <dgm:cxn modelId="{4DF13C36-5F71-4491-B523-AB91735B4242}" type="presParOf" srcId="{24158FD0-4A8D-4A90-A329-4BF8808528D6}" destId="{68799ED8-4388-46CE-99D0-1767863665FD}" srcOrd="1" destOrd="0" presId="urn:microsoft.com/office/officeart/2005/8/layout/process2"/>
    <dgm:cxn modelId="{8F85A105-FA0B-4149-960B-9B86ED620E25}" type="presParOf" srcId="{68799ED8-4388-46CE-99D0-1767863665FD}" destId="{09F3B64E-988F-4598-9C88-B5F8930F6416}" srcOrd="0" destOrd="0" presId="urn:microsoft.com/office/officeart/2005/8/layout/process2"/>
    <dgm:cxn modelId="{21642C75-F169-45AD-B0B6-BC3411558464}" type="presParOf" srcId="{24158FD0-4A8D-4A90-A329-4BF8808528D6}" destId="{53338B2B-568B-40A7-A610-F4A058C956B4}" srcOrd="2" destOrd="0" presId="urn:microsoft.com/office/officeart/2005/8/layout/process2"/>
    <dgm:cxn modelId="{3E618628-FAC9-455A-9483-EE3B55B8DD41}" type="presParOf" srcId="{24158FD0-4A8D-4A90-A329-4BF8808528D6}" destId="{7449CFE1-B669-4A73-8BC2-E132D9A14F52}" srcOrd="3" destOrd="0" presId="urn:microsoft.com/office/officeart/2005/8/layout/process2"/>
    <dgm:cxn modelId="{76869085-D8EF-4B21-B9CF-209644C6F1BE}" type="presParOf" srcId="{7449CFE1-B669-4A73-8BC2-E132D9A14F52}" destId="{1B089DC0-F870-4481-84EC-647F64CED4AB}" srcOrd="0" destOrd="0" presId="urn:microsoft.com/office/officeart/2005/8/layout/process2"/>
    <dgm:cxn modelId="{A5296A47-758A-4238-8E84-08464A483421}" type="presParOf" srcId="{24158FD0-4A8D-4A90-A329-4BF8808528D6}" destId="{DE280C4A-6C34-4E39-866F-23CF5920CFC4}" srcOrd="4" destOrd="0" presId="urn:microsoft.com/office/officeart/2005/8/layout/process2"/>
    <dgm:cxn modelId="{B828D352-32EF-4BBE-8EFD-C370977C8CE9}" type="presParOf" srcId="{24158FD0-4A8D-4A90-A329-4BF8808528D6}" destId="{90F197EF-A7C6-4921-A0D6-35C3BE441409}" srcOrd="5" destOrd="0" presId="urn:microsoft.com/office/officeart/2005/8/layout/process2"/>
    <dgm:cxn modelId="{D2994FE1-C540-424D-810E-6708A826D73D}" type="presParOf" srcId="{90F197EF-A7C6-4921-A0D6-35C3BE441409}" destId="{CC7E9545-DE9F-4963-BFD4-218D51423E47}" srcOrd="0" destOrd="0" presId="urn:microsoft.com/office/officeart/2005/8/layout/process2"/>
    <dgm:cxn modelId="{DFFADCC6-FC28-4D9F-9F92-5ABA3AD54009}" type="presParOf" srcId="{24158FD0-4A8D-4A90-A329-4BF8808528D6}" destId="{783FCD60-6CC2-4B48-B97E-D4EBA1BC1BA6}" srcOrd="6" destOrd="0" presId="urn:microsoft.com/office/officeart/2005/8/layout/process2"/>
    <dgm:cxn modelId="{CF995D27-6F79-4745-A65D-5AA63C164C5B}" type="presParOf" srcId="{24158FD0-4A8D-4A90-A329-4BF8808528D6}" destId="{E9D051F3-8AA5-4408-9634-9A2FDB26A041}" srcOrd="7" destOrd="0" presId="urn:microsoft.com/office/officeart/2005/8/layout/process2"/>
    <dgm:cxn modelId="{0764AB19-4EFB-4A5A-9D87-24D89A0CCB2D}" type="presParOf" srcId="{E9D051F3-8AA5-4408-9634-9A2FDB26A041}" destId="{2F98F527-206C-4420-ACAF-4590AED68123}" srcOrd="0" destOrd="0" presId="urn:microsoft.com/office/officeart/2005/8/layout/process2"/>
    <dgm:cxn modelId="{1F863E52-26F4-4D60-ACD4-0EDBC4C014CB}" type="presParOf" srcId="{24158FD0-4A8D-4A90-A329-4BF8808528D6}" destId="{3E25BEAD-2FDA-4E9F-A660-EEA462D02463}" srcOrd="8" destOrd="0" presId="urn:microsoft.com/office/officeart/2005/8/layout/process2"/>
    <dgm:cxn modelId="{B84995E0-5381-410B-A9CC-22375557F9DA}" type="presParOf" srcId="{24158FD0-4A8D-4A90-A329-4BF8808528D6}" destId="{021B4450-EFF8-4ACF-8968-4CA3DCBA05BE}" srcOrd="9" destOrd="0" presId="urn:microsoft.com/office/officeart/2005/8/layout/process2"/>
    <dgm:cxn modelId="{73AC51F2-212B-4B41-A0A7-0FBEAD7D7510}" type="presParOf" srcId="{021B4450-EFF8-4ACF-8968-4CA3DCBA05BE}" destId="{DD2F585D-CB81-490E-9505-ECBF3D354E40}" srcOrd="0" destOrd="0" presId="urn:microsoft.com/office/officeart/2005/8/layout/process2"/>
    <dgm:cxn modelId="{87C57E90-68DD-4E87-9772-E4BE366E9931}" type="presParOf" srcId="{24158FD0-4A8D-4A90-A329-4BF8808528D6}" destId="{BEC08102-64D7-4C3C-8077-DD92FA03310B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115BEEB-16C0-4BB7-889C-2143A9EB22C1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F1B5252-0FEE-4622-B548-5ACC475F56FC}">
      <dgm:prSet custT="1"/>
      <dgm:spPr>
        <a:solidFill>
          <a:srgbClr val="2FA3EE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401854" tIns="27940" rIns="27940" bIns="27940" numCol="1" spcCol="1270" anchor="ctr" anchorCtr="0"/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000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sélection du kernel </a:t>
          </a:r>
          <a:r>
            <a:rPr lang="fr-FR" sz="1000" kern="1200" dirty="0" err="1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PySpark</a:t>
          </a:r>
          <a:endParaRPr lang="fr-FR" sz="1000" kern="1200" dirty="0">
            <a:solidFill>
              <a:prstClr val="black"/>
            </a:solidFill>
            <a:latin typeface="Tw Cen MT" panose="020B0602020104020603"/>
            <a:ea typeface="+mn-ea"/>
            <a:cs typeface="+mn-cs"/>
          </a:endParaRPr>
        </a:p>
      </dgm:t>
    </dgm:pt>
    <dgm:pt modelId="{FB78A791-E857-451F-80D8-40D56287A10A}" type="parTrans" cxnId="{DC429580-4373-4783-B23B-3D5A2154A3CF}">
      <dgm:prSet/>
      <dgm:spPr/>
      <dgm:t>
        <a:bodyPr/>
        <a:lstStyle/>
        <a:p>
          <a:endParaRPr lang="fr-FR" sz="1000">
            <a:solidFill>
              <a:schemeClr val="tx1"/>
            </a:solidFill>
          </a:endParaRPr>
        </a:p>
      </dgm:t>
    </dgm:pt>
    <dgm:pt modelId="{E8B172F9-EDA5-4DE8-B7B9-E62F4BB7CB49}" type="sibTrans" cxnId="{DC429580-4373-4783-B23B-3D5A2154A3CF}">
      <dgm:prSet/>
      <dgm:spPr/>
      <dgm:t>
        <a:bodyPr/>
        <a:lstStyle/>
        <a:p>
          <a:endParaRPr lang="fr-FR" sz="1000">
            <a:solidFill>
              <a:schemeClr val="tx1"/>
            </a:solidFill>
          </a:endParaRPr>
        </a:p>
      </dgm:t>
    </dgm:pt>
    <dgm:pt modelId="{E59F5B01-B3C2-487D-803D-4F4CA535C02C}">
      <dgm:prSet custT="1"/>
      <dgm:spPr>
        <a:solidFill>
          <a:srgbClr val="2FA3EE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325173" tIns="25400" rIns="25400" bIns="25400" numCol="1" spcCol="1270" anchor="ctr" anchorCtr="0"/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000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lecture des images depuis S3 </a:t>
          </a:r>
        </a:p>
      </dgm:t>
    </dgm:pt>
    <dgm:pt modelId="{687952E3-6D2F-49C3-B76E-74FA78116710}" type="parTrans" cxnId="{59CD9638-67DC-4F5E-88B7-2202BBB026CC}">
      <dgm:prSet/>
      <dgm:spPr/>
      <dgm:t>
        <a:bodyPr/>
        <a:lstStyle/>
        <a:p>
          <a:endParaRPr lang="fr-FR" sz="1000">
            <a:solidFill>
              <a:schemeClr val="tx1"/>
            </a:solidFill>
          </a:endParaRPr>
        </a:p>
      </dgm:t>
    </dgm:pt>
    <dgm:pt modelId="{C8291AC0-2B91-4B68-A552-174CC4C4CBFB}" type="sibTrans" cxnId="{59CD9638-67DC-4F5E-88B7-2202BBB026CC}">
      <dgm:prSet/>
      <dgm:spPr/>
      <dgm:t>
        <a:bodyPr/>
        <a:lstStyle/>
        <a:p>
          <a:endParaRPr lang="fr-FR" sz="1000">
            <a:solidFill>
              <a:schemeClr val="tx1"/>
            </a:solidFill>
          </a:endParaRPr>
        </a:p>
      </dgm:t>
    </dgm:pt>
    <dgm:pt modelId="{DC8223EF-2484-4C3B-B4B5-E1C9C8455ECD}">
      <dgm:prSet custT="1"/>
      <dgm:spPr>
        <a:solidFill>
          <a:srgbClr val="2FA3EE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325173" tIns="25400" rIns="25400" bIns="25400" numCol="1" spcCol="1270" anchor="ctr" anchorCtr="0"/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000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traitement Spark (avec optimisation)</a:t>
          </a:r>
        </a:p>
      </dgm:t>
    </dgm:pt>
    <dgm:pt modelId="{83603785-71B1-4E74-8950-D250D2A2625F}" type="parTrans" cxnId="{9284F04A-9929-405A-BD0E-7F50235E542B}">
      <dgm:prSet/>
      <dgm:spPr/>
      <dgm:t>
        <a:bodyPr/>
        <a:lstStyle/>
        <a:p>
          <a:endParaRPr lang="fr-FR" sz="1000">
            <a:solidFill>
              <a:schemeClr val="tx1"/>
            </a:solidFill>
          </a:endParaRPr>
        </a:p>
      </dgm:t>
    </dgm:pt>
    <dgm:pt modelId="{71F0F45B-0B78-44D2-8703-791D1C52103D}" type="sibTrans" cxnId="{9284F04A-9929-405A-BD0E-7F50235E542B}">
      <dgm:prSet/>
      <dgm:spPr/>
      <dgm:t>
        <a:bodyPr/>
        <a:lstStyle/>
        <a:p>
          <a:endParaRPr lang="fr-FR" sz="1000">
            <a:solidFill>
              <a:schemeClr val="tx1"/>
            </a:solidFill>
          </a:endParaRPr>
        </a:p>
      </dgm:t>
    </dgm:pt>
    <dgm:pt modelId="{031FCFB5-37CC-4951-BEDD-31DB6550F32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000" dirty="0">
              <a:solidFill>
                <a:schemeClr val="bg1"/>
              </a:solidFill>
            </a:rPr>
            <a:t>écriture des fichiers Parquet dans S3</a:t>
          </a:r>
        </a:p>
      </dgm:t>
    </dgm:pt>
    <dgm:pt modelId="{084F1C92-95AD-4475-A2A0-18775FBCAF30}" type="parTrans" cxnId="{E1E998B2-122F-4257-9FD3-37DC19E80742}">
      <dgm:prSet/>
      <dgm:spPr/>
      <dgm:t>
        <a:bodyPr/>
        <a:lstStyle/>
        <a:p>
          <a:endParaRPr lang="fr-FR" sz="1000">
            <a:solidFill>
              <a:schemeClr val="tx1"/>
            </a:solidFill>
          </a:endParaRPr>
        </a:p>
      </dgm:t>
    </dgm:pt>
    <dgm:pt modelId="{3E22AA91-F88E-40CD-8BB1-E64FA7C1CCE7}" type="sibTrans" cxnId="{E1E998B2-122F-4257-9FD3-37DC19E80742}">
      <dgm:prSet/>
      <dgm:spPr/>
      <dgm:t>
        <a:bodyPr/>
        <a:lstStyle/>
        <a:p>
          <a:endParaRPr lang="fr-FR" sz="1000">
            <a:solidFill>
              <a:schemeClr val="tx1"/>
            </a:solidFill>
          </a:endParaRPr>
        </a:p>
      </dgm:t>
    </dgm:pt>
    <dgm:pt modelId="{67DD5484-7181-406A-BFFC-D17FE5BAF284}" type="pres">
      <dgm:prSet presAssocID="{9115BEEB-16C0-4BB7-889C-2143A9EB22C1}" presName="Name0" presStyleCnt="0">
        <dgm:presLayoutVars>
          <dgm:chMax val="7"/>
          <dgm:chPref val="7"/>
          <dgm:dir/>
        </dgm:presLayoutVars>
      </dgm:prSet>
      <dgm:spPr/>
    </dgm:pt>
    <dgm:pt modelId="{E3D46EFD-D3B3-4D69-A945-4F1609F17B20}" type="pres">
      <dgm:prSet presAssocID="{9115BEEB-16C0-4BB7-889C-2143A9EB22C1}" presName="Name1" presStyleCnt="0"/>
      <dgm:spPr/>
    </dgm:pt>
    <dgm:pt modelId="{E5EBCC71-943F-46D3-A365-09D490B941B1}" type="pres">
      <dgm:prSet presAssocID="{9115BEEB-16C0-4BB7-889C-2143A9EB22C1}" presName="cycle" presStyleCnt="0"/>
      <dgm:spPr/>
    </dgm:pt>
    <dgm:pt modelId="{76931EC4-673A-4E92-81A4-1C7CA2763B55}" type="pres">
      <dgm:prSet presAssocID="{9115BEEB-16C0-4BB7-889C-2143A9EB22C1}" presName="srcNode" presStyleLbl="node1" presStyleIdx="0" presStyleCnt="4"/>
      <dgm:spPr/>
    </dgm:pt>
    <dgm:pt modelId="{E3CB4A1F-AD56-4F27-8C63-037B8089BAD9}" type="pres">
      <dgm:prSet presAssocID="{9115BEEB-16C0-4BB7-889C-2143A9EB22C1}" presName="conn" presStyleLbl="parChTrans1D2" presStyleIdx="0" presStyleCnt="1"/>
      <dgm:spPr/>
    </dgm:pt>
    <dgm:pt modelId="{8AA00B2F-8EB1-495A-ABD9-52C4B128160B}" type="pres">
      <dgm:prSet presAssocID="{9115BEEB-16C0-4BB7-889C-2143A9EB22C1}" presName="extraNode" presStyleLbl="node1" presStyleIdx="0" presStyleCnt="4"/>
      <dgm:spPr/>
    </dgm:pt>
    <dgm:pt modelId="{6B950BF4-751F-48C6-BAA8-B60C0C16CC21}" type="pres">
      <dgm:prSet presAssocID="{9115BEEB-16C0-4BB7-889C-2143A9EB22C1}" presName="dstNode" presStyleLbl="node1" presStyleIdx="0" presStyleCnt="4"/>
      <dgm:spPr/>
    </dgm:pt>
    <dgm:pt modelId="{7ACC81BA-81ED-41E7-86FC-E7D1734B0D9F}" type="pres">
      <dgm:prSet presAssocID="{3F1B5252-0FEE-4622-B548-5ACC475F56FC}" presName="text_1" presStyleLbl="node1" presStyleIdx="0" presStyleCnt="4">
        <dgm:presLayoutVars>
          <dgm:bulletEnabled val="1"/>
        </dgm:presLayoutVars>
      </dgm:prSet>
      <dgm:spPr>
        <a:xfrm>
          <a:off x="374309" y="253004"/>
          <a:ext cx="2607410" cy="506272"/>
        </a:xfrm>
        <a:prstGeom prst="rect">
          <a:avLst/>
        </a:prstGeom>
      </dgm:spPr>
    </dgm:pt>
    <dgm:pt modelId="{F733AD7B-8D71-48A1-B97E-C5E57DFEB142}" type="pres">
      <dgm:prSet presAssocID="{3F1B5252-0FEE-4622-B548-5ACC475F56FC}" presName="accent_1" presStyleCnt="0"/>
      <dgm:spPr/>
    </dgm:pt>
    <dgm:pt modelId="{3BF0FA2C-282E-485C-8681-BA279915391F}" type="pres">
      <dgm:prSet presAssocID="{3F1B5252-0FEE-4622-B548-5ACC475F56FC}" presName="accentRepeatNode" presStyleLbl="solidFgAcc1" presStyleIdx="0" presStyleCnt="4"/>
      <dgm:spPr/>
    </dgm:pt>
    <dgm:pt modelId="{AB696785-67E9-4C13-947C-F292F2A6A1DC}" type="pres">
      <dgm:prSet presAssocID="{E59F5B01-B3C2-487D-803D-4F4CA535C02C}" presName="text_2" presStyleLbl="node1" presStyleIdx="1" presStyleCnt="4">
        <dgm:presLayoutVars>
          <dgm:bulletEnabled val="1"/>
        </dgm:presLayoutVars>
      </dgm:prSet>
      <dgm:spPr>
        <a:xfrm>
          <a:off x="539474" y="819334"/>
          <a:ext cx="1646269" cy="409667"/>
        </a:xfrm>
        <a:prstGeom prst="rect">
          <a:avLst/>
        </a:prstGeom>
      </dgm:spPr>
    </dgm:pt>
    <dgm:pt modelId="{A260409D-67D4-41B7-8A13-EBB8D4D9C6B8}" type="pres">
      <dgm:prSet presAssocID="{E59F5B01-B3C2-487D-803D-4F4CA535C02C}" presName="accent_2" presStyleCnt="0"/>
      <dgm:spPr/>
    </dgm:pt>
    <dgm:pt modelId="{86EE7582-E7DC-4D70-9342-AC30C3B51C7E}" type="pres">
      <dgm:prSet presAssocID="{E59F5B01-B3C2-487D-803D-4F4CA535C02C}" presName="accentRepeatNode" presStyleLbl="solidFgAcc1" presStyleIdx="1" presStyleCnt="4"/>
      <dgm:spPr/>
    </dgm:pt>
    <dgm:pt modelId="{0EDC9869-46ED-4FA5-9E90-549048114CA0}" type="pres">
      <dgm:prSet presAssocID="{DC8223EF-2484-4C3B-B4B5-E1C9C8455ECD}" presName="text_3" presStyleLbl="node1" presStyleIdx="2" presStyleCnt="4">
        <dgm:presLayoutVars>
          <dgm:bulletEnabled val="1"/>
        </dgm:presLayoutVars>
      </dgm:prSet>
      <dgm:spPr>
        <a:xfrm>
          <a:off x="539474" y="1433942"/>
          <a:ext cx="1646269" cy="409667"/>
        </a:xfrm>
        <a:prstGeom prst="rect">
          <a:avLst/>
        </a:prstGeom>
      </dgm:spPr>
    </dgm:pt>
    <dgm:pt modelId="{BE45F267-4BBA-4573-83CB-EE9295A3CD9D}" type="pres">
      <dgm:prSet presAssocID="{DC8223EF-2484-4C3B-B4B5-E1C9C8455ECD}" presName="accent_3" presStyleCnt="0"/>
      <dgm:spPr/>
    </dgm:pt>
    <dgm:pt modelId="{7E088600-DB05-439B-84EF-7100DBE80976}" type="pres">
      <dgm:prSet presAssocID="{DC8223EF-2484-4C3B-B4B5-E1C9C8455ECD}" presName="accentRepeatNode" presStyleLbl="solidFgAcc1" presStyleIdx="2" presStyleCnt="4"/>
      <dgm:spPr/>
    </dgm:pt>
    <dgm:pt modelId="{B4894A93-AA8B-47CC-B9E8-754C8953A1B1}" type="pres">
      <dgm:prSet presAssocID="{031FCFB5-37CC-4951-BEDD-31DB6550F32C}" presName="text_4" presStyleLbl="node1" presStyleIdx="3" presStyleCnt="4">
        <dgm:presLayoutVars>
          <dgm:bulletEnabled val="1"/>
        </dgm:presLayoutVars>
      </dgm:prSet>
      <dgm:spPr/>
    </dgm:pt>
    <dgm:pt modelId="{C9ACADFF-8564-4BDA-BFA0-47690DD6538A}" type="pres">
      <dgm:prSet presAssocID="{031FCFB5-37CC-4951-BEDD-31DB6550F32C}" presName="accent_4" presStyleCnt="0"/>
      <dgm:spPr/>
    </dgm:pt>
    <dgm:pt modelId="{5E50BF72-9335-4EF9-81ED-65C0E6D90F9C}" type="pres">
      <dgm:prSet presAssocID="{031FCFB5-37CC-4951-BEDD-31DB6550F32C}" presName="accentRepeatNode" presStyleLbl="solidFgAcc1" presStyleIdx="3" presStyleCnt="4"/>
      <dgm:spPr/>
    </dgm:pt>
  </dgm:ptLst>
  <dgm:cxnLst>
    <dgm:cxn modelId="{D3280432-D070-4F79-A70A-AF003E6B418E}" type="presOf" srcId="{031FCFB5-37CC-4951-BEDD-31DB6550F32C}" destId="{B4894A93-AA8B-47CC-B9E8-754C8953A1B1}" srcOrd="0" destOrd="0" presId="urn:microsoft.com/office/officeart/2008/layout/VerticalCurvedList"/>
    <dgm:cxn modelId="{B6B85833-2434-456F-8686-92EAE9DE740E}" type="presOf" srcId="{9115BEEB-16C0-4BB7-889C-2143A9EB22C1}" destId="{67DD5484-7181-406A-BFFC-D17FE5BAF284}" srcOrd="0" destOrd="0" presId="urn:microsoft.com/office/officeart/2008/layout/VerticalCurvedList"/>
    <dgm:cxn modelId="{59CD9638-67DC-4F5E-88B7-2202BBB026CC}" srcId="{9115BEEB-16C0-4BB7-889C-2143A9EB22C1}" destId="{E59F5B01-B3C2-487D-803D-4F4CA535C02C}" srcOrd="1" destOrd="0" parTransId="{687952E3-6D2F-49C3-B76E-74FA78116710}" sibTransId="{C8291AC0-2B91-4B68-A552-174CC4C4CBFB}"/>
    <dgm:cxn modelId="{9284F04A-9929-405A-BD0E-7F50235E542B}" srcId="{9115BEEB-16C0-4BB7-889C-2143A9EB22C1}" destId="{DC8223EF-2484-4C3B-B4B5-E1C9C8455ECD}" srcOrd="2" destOrd="0" parTransId="{83603785-71B1-4E74-8950-D250D2A2625F}" sibTransId="{71F0F45B-0B78-44D2-8703-791D1C52103D}"/>
    <dgm:cxn modelId="{C16E0F4E-0308-46EF-92B5-BD9E030D8B59}" type="presOf" srcId="{E8B172F9-EDA5-4DE8-B7B9-E62F4BB7CB49}" destId="{E3CB4A1F-AD56-4F27-8C63-037B8089BAD9}" srcOrd="0" destOrd="0" presId="urn:microsoft.com/office/officeart/2008/layout/VerticalCurvedList"/>
    <dgm:cxn modelId="{B8E27755-9F72-45EF-A11B-501BEBC993DF}" type="presOf" srcId="{DC8223EF-2484-4C3B-B4B5-E1C9C8455ECD}" destId="{0EDC9869-46ED-4FA5-9E90-549048114CA0}" srcOrd="0" destOrd="0" presId="urn:microsoft.com/office/officeart/2008/layout/VerticalCurvedList"/>
    <dgm:cxn modelId="{DC429580-4373-4783-B23B-3D5A2154A3CF}" srcId="{9115BEEB-16C0-4BB7-889C-2143A9EB22C1}" destId="{3F1B5252-0FEE-4622-B548-5ACC475F56FC}" srcOrd="0" destOrd="0" parTransId="{FB78A791-E857-451F-80D8-40D56287A10A}" sibTransId="{E8B172F9-EDA5-4DE8-B7B9-E62F4BB7CB49}"/>
    <dgm:cxn modelId="{3E84EC9E-3D9F-4043-B979-8231A3853156}" type="presOf" srcId="{E59F5B01-B3C2-487D-803D-4F4CA535C02C}" destId="{AB696785-67E9-4C13-947C-F292F2A6A1DC}" srcOrd="0" destOrd="0" presId="urn:microsoft.com/office/officeart/2008/layout/VerticalCurvedList"/>
    <dgm:cxn modelId="{E1E998B2-122F-4257-9FD3-37DC19E80742}" srcId="{9115BEEB-16C0-4BB7-889C-2143A9EB22C1}" destId="{031FCFB5-37CC-4951-BEDD-31DB6550F32C}" srcOrd="3" destOrd="0" parTransId="{084F1C92-95AD-4475-A2A0-18775FBCAF30}" sibTransId="{3E22AA91-F88E-40CD-8BB1-E64FA7C1CCE7}"/>
    <dgm:cxn modelId="{5E4E0CDD-33D5-4749-9B8B-4D26A325238D}" type="presOf" srcId="{3F1B5252-0FEE-4622-B548-5ACC475F56FC}" destId="{7ACC81BA-81ED-41E7-86FC-E7D1734B0D9F}" srcOrd="0" destOrd="0" presId="urn:microsoft.com/office/officeart/2008/layout/VerticalCurvedList"/>
    <dgm:cxn modelId="{F401DD37-2A8C-4474-8B78-9A444426AA9D}" type="presParOf" srcId="{67DD5484-7181-406A-BFFC-D17FE5BAF284}" destId="{E3D46EFD-D3B3-4D69-A945-4F1609F17B20}" srcOrd="0" destOrd="0" presId="urn:microsoft.com/office/officeart/2008/layout/VerticalCurvedList"/>
    <dgm:cxn modelId="{678FE6ED-D0A4-427B-BADD-4353E4641029}" type="presParOf" srcId="{E3D46EFD-D3B3-4D69-A945-4F1609F17B20}" destId="{E5EBCC71-943F-46D3-A365-09D490B941B1}" srcOrd="0" destOrd="0" presId="urn:microsoft.com/office/officeart/2008/layout/VerticalCurvedList"/>
    <dgm:cxn modelId="{22DE6BF3-EE82-4C2B-A3F0-0BFF9795A26D}" type="presParOf" srcId="{E5EBCC71-943F-46D3-A365-09D490B941B1}" destId="{76931EC4-673A-4E92-81A4-1C7CA2763B55}" srcOrd="0" destOrd="0" presId="urn:microsoft.com/office/officeart/2008/layout/VerticalCurvedList"/>
    <dgm:cxn modelId="{D9BF7B3A-3A8C-4C62-B8D1-3CD28CFA23DD}" type="presParOf" srcId="{E5EBCC71-943F-46D3-A365-09D490B941B1}" destId="{E3CB4A1F-AD56-4F27-8C63-037B8089BAD9}" srcOrd="1" destOrd="0" presId="urn:microsoft.com/office/officeart/2008/layout/VerticalCurvedList"/>
    <dgm:cxn modelId="{73B26405-4AB3-4850-8AE1-A60B8C63097B}" type="presParOf" srcId="{E5EBCC71-943F-46D3-A365-09D490B941B1}" destId="{8AA00B2F-8EB1-495A-ABD9-52C4B128160B}" srcOrd="2" destOrd="0" presId="urn:microsoft.com/office/officeart/2008/layout/VerticalCurvedList"/>
    <dgm:cxn modelId="{F83A0274-D1B7-4AAB-92C5-D49EFEE77E0C}" type="presParOf" srcId="{E5EBCC71-943F-46D3-A365-09D490B941B1}" destId="{6B950BF4-751F-48C6-BAA8-B60C0C16CC21}" srcOrd="3" destOrd="0" presId="urn:microsoft.com/office/officeart/2008/layout/VerticalCurvedList"/>
    <dgm:cxn modelId="{A0785AD4-DE6B-4772-BD90-89B09572CA18}" type="presParOf" srcId="{E3D46EFD-D3B3-4D69-A945-4F1609F17B20}" destId="{7ACC81BA-81ED-41E7-86FC-E7D1734B0D9F}" srcOrd="1" destOrd="0" presId="urn:microsoft.com/office/officeart/2008/layout/VerticalCurvedList"/>
    <dgm:cxn modelId="{7B5605EF-410A-4072-8665-B3875594EAA8}" type="presParOf" srcId="{E3D46EFD-D3B3-4D69-A945-4F1609F17B20}" destId="{F733AD7B-8D71-48A1-B97E-C5E57DFEB142}" srcOrd="2" destOrd="0" presId="urn:microsoft.com/office/officeart/2008/layout/VerticalCurvedList"/>
    <dgm:cxn modelId="{D4C22F37-46D5-483C-BC5C-9D39638A2281}" type="presParOf" srcId="{F733AD7B-8D71-48A1-B97E-C5E57DFEB142}" destId="{3BF0FA2C-282E-485C-8681-BA279915391F}" srcOrd="0" destOrd="0" presId="urn:microsoft.com/office/officeart/2008/layout/VerticalCurvedList"/>
    <dgm:cxn modelId="{ECA4BE83-490D-44FB-A35B-136C17C6DD5D}" type="presParOf" srcId="{E3D46EFD-D3B3-4D69-A945-4F1609F17B20}" destId="{AB696785-67E9-4C13-947C-F292F2A6A1DC}" srcOrd="3" destOrd="0" presId="urn:microsoft.com/office/officeart/2008/layout/VerticalCurvedList"/>
    <dgm:cxn modelId="{E5AB0FEA-31A6-409F-8EAB-2BCDB8EA1371}" type="presParOf" srcId="{E3D46EFD-D3B3-4D69-A945-4F1609F17B20}" destId="{A260409D-67D4-41B7-8A13-EBB8D4D9C6B8}" srcOrd="4" destOrd="0" presId="urn:microsoft.com/office/officeart/2008/layout/VerticalCurvedList"/>
    <dgm:cxn modelId="{C5D74A09-3E66-4C75-B23B-98EBAEA0E73A}" type="presParOf" srcId="{A260409D-67D4-41B7-8A13-EBB8D4D9C6B8}" destId="{86EE7582-E7DC-4D70-9342-AC30C3B51C7E}" srcOrd="0" destOrd="0" presId="urn:microsoft.com/office/officeart/2008/layout/VerticalCurvedList"/>
    <dgm:cxn modelId="{01CB26F9-BEEB-4FE6-85D8-ADE1997C0187}" type="presParOf" srcId="{E3D46EFD-D3B3-4D69-A945-4F1609F17B20}" destId="{0EDC9869-46ED-4FA5-9E90-549048114CA0}" srcOrd="5" destOrd="0" presId="urn:microsoft.com/office/officeart/2008/layout/VerticalCurvedList"/>
    <dgm:cxn modelId="{133F95F3-DE64-4C96-A1FE-D3082859D291}" type="presParOf" srcId="{E3D46EFD-D3B3-4D69-A945-4F1609F17B20}" destId="{BE45F267-4BBA-4573-83CB-EE9295A3CD9D}" srcOrd="6" destOrd="0" presId="urn:microsoft.com/office/officeart/2008/layout/VerticalCurvedList"/>
    <dgm:cxn modelId="{A43B0E69-0D65-48F6-A940-0BD1BE759A84}" type="presParOf" srcId="{BE45F267-4BBA-4573-83CB-EE9295A3CD9D}" destId="{7E088600-DB05-439B-84EF-7100DBE80976}" srcOrd="0" destOrd="0" presId="urn:microsoft.com/office/officeart/2008/layout/VerticalCurvedList"/>
    <dgm:cxn modelId="{3DA97233-84E7-491E-96F1-561CD44BCF19}" type="presParOf" srcId="{E3D46EFD-D3B3-4D69-A945-4F1609F17B20}" destId="{B4894A93-AA8B-47CC-B9E8-754C8953A1B1}" srcOrd="7" destOrd="0" presId="urn:microsoft.com/office/officeart/2008/layout/VerticalCurvedList"/>
    <dgm:cxn modelId="{E3B147EB-A04E-4DBC-A80F-595E5355E27A}" type="presParOf" srcId="{E3D46EFD-D3B3-4D69-A945-4F1609F17B20}" destId="{C9ACADFF-8564-4BDA-BFA0-47690DD6538A}" srcOrd="8" destOrd="0" presId="urn:microsoft.com/office/officeart/2008/layout/VerticalCurvedList"/>
    <dgm:cxn modelId="{8D0777A0-11EF-4B58-A60D-64B21BE56A85}" type="presParOf" srcId="{C9ACADFF-8564-4BDA-BFA0-47690DD6538A}" destId="{5E50BF72-9335-4EF9-81ED-65C0E6D90F9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2D1A136-E7CF-452F-BD56-7AC3F37A7A0C}" type="doc">
      <dgm:prSet loTypeId="urn:microsoft.com/office/officeart/2005/8/layout/hList7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fr-FR"/>
        </a:p>
      </dgm:t>
    </dgm:pt>
    <dgm:pt modelId="{57E0C40D-1DDA-4CF7-9F13-286097733CA2}">
      <dgm:prSet phldrT="[Texte]" custT="1"/>
      <dgm:spPr/>
      <dgm:t>
        <a:bodyPr/>
        <a:lstStyle/>
        <a:p>
          <a:r>
            <a:rPr lang="fr-FR" sz="1800" b="1" dirty="0">
              <a:solidFill>
                <a:schemeClr val="tx1"/>
              </a:solidFill>
            </a:rPr>
            <a:t>Création d'un </a:t>
          </a:r>
          <a:r>
            <a:rPr lang="fr-FR" sz="1800" b="1" dirty="0" err="1">
              <a:solidFill>
                <a:schemeClr val="tx1"/>
              </a:solidFill>
            </a:rPr>
            <a:t>DataFrame</a:t>
          </a:r>
          <a:r>
            <a:rPr lang="fr-FR" sz="1800" b="1" dirty="0">
              <a:solidFill>
                <a:schemeClr val="tx1"/>
              </a:solidFill>
            </a:rPr>
            <a:t> Spark. </a:t>
          </a:r>
          <a:endParaRPr lang="fr-FR" sz="1800" dirty="0">
            <a:solidFill>
              <a:schemeClr val="tx1"/>
            </a:solidFill>
          </a:endParaRPr>
        </a:p>
      </dgm:t>
    </dgm:pt>
    <dgm:pt modelId="{BC89440E-8E45-4561-B400-C57AABC13952}" type="parTrans" cxnId="{0F3E11ED-B507-41F2-9B83-FE5D0A20811A}">
      <dgm:prSet/>
      <dgm:spPr/>
      <dgm:t>
        <a:bodyPr/>
        <a:lstStyle/>
        <a:p>
          <a:endParaRPr lang="fr-FR" sz="1800">
            <a:solidFill>
              <a:schemeClr val="tx1"/>
            </a:solidFill>
          </a:endParaRPr>
        </a:p>
      </dgm:t>
    </dgm:pt>
    <dgm:pt modelId="{14DE249D-EC67-4110-8423-5E9B638EC570}" type="sibTrans" cxnId="{0F3E11ED-B507-41F2-9B83-FE5D0A20811A}">
      <dgm:prSet/>
      <dgm:spPr/>
      <dgm:t>
        <a:bodyPr/>
        <a:lstStyle/>
        <a:p>
          <a:endParaRPr lang="fr-FR" sz="1800">
            <a:solidFill>
              <a:schemeClr val="tx1"/>
            </a:solidFill>
          </a:endParaRPr>
        </a:p>
      </dgm:t>
    </dgm:pt>
    <dgm:pt modelId="{6067ABD4-2918-477F-B7D3-EA548F0948B2}">
      <dgm:prSet phldrT="[Texte]" custT="1"/>
      <dgm:spPr/>
      <dgm:t>
        <a:bodyPr/>
        <a:lstStyle/>
        <a:p>
          <a:r>
            <a:rPr lang="fr-FR" sz="1800" b="1" dirty="0">
              <a:solidFill>
                <a:schemeClr val="tx1"/>
              </a:solidFill>
            </a:rPr>
            <a:t>Sauvegarde au format Parquet. </a:t>
          </a:r>
          <a:endParaRPr lang="fr-FR" sz="1800" dirty="0">
            <a:solidFill>
              <a:schemeClr val="tx1"/>
            </a:solidFill>
          </a:endParaRPr>
        </a:p>
      </dgm:t>
    </dgm:pt>
    <dgm:pt modelId="{D591A7BD-0586-4FA7-A9EA-84E5C6635B52}" type="parTrans" cxnId="{B77ED900-C992-4245-8F11-72F7B6293DB2}">
      <dgm:prSet/>
      <dgm:spPr/>
      <dgm:t>
        <a:bodyPr/>
        <a:lstStyle/>
        <a:p>
          <a:endParaRPr lang="fr-FR" sz="1800">
            <a:solidFill>
              <a:schemeClr val="tx1"/>
            </a:solidFill>
          </a:endParaRPr>
        </a:p>
      </dgm:t>
    </dgm:pt>
    <dgm:pt modelId="{644EC17F-53A5-4CDF-A8AF-2E494D71F4B0}" type="sibTrans" cxnId="{B77ED900-C992-4245-8F11-72F7B6293DB2}">
      <dgm:prSet/>
      <dgm:spPr/>
      <dgm:t>
        <a:bodyPr/>
        <a:lstStyle/>
        <a:p>
          <a:endParaRPr lang="fr-FR" sz="1800">
            <a:solidFill>
              <a:schemeClr val="tx1"/>
            </a:solidFill>
          </a:endParaRPr>
        </a:p>
      </dgm:t>
    </dgm:pt>
    <dgm:pt modelId="{055CE0DA-3841-40BD-8A06-A3FD840F6711}">
      <dgm:prSet phldrT="[Texte]" custT="1"/>
      <dgm:spPr/>
      <dgm:t>
        <a:bodyPr/>
        <a:lstStyle/>
        <a:p>
          <a:r>
            <a:rPr lang="fr-FR" sz="1800" b="1" dirty="0">
              <a:solidFill>
                <a:schemeClr val="tx1"/>
              </a:solidFill>
            </a:rPr>
            <a:t>Enregistrement dans Amazon S3</a:t>
          </a:r>
          <a:endParaRPr lang="fr-FR" sz="1800" dirty="0">
            <a:solidFill>
              <a:schemeClr val="tx1"/>
            </a:solidFill>
          </a:endParaRPr>
        </a:p>
      </dgm:t>
    </dgm:pt>
    <dgm:pt modelId="{BF05BD2D-DD60-4956-8B5E-5CF2207ABDC3}" type="parTrans" cxnId="{F87E1D3F-9D1A-46EA-854F-F8FC8BBD7004}">
      <dgm:prSet/>
      <dgm:spPr/>
      <dgm:t>
        <a:bodyPr/>
        <a:lstStyle/>
        <a:p>
          <a:endParaRPr lang="fr-FR" sz="1800">
            <a:solidFill>
              <a:schemeClr val="tx1"/>
            </a:solidFill>
          </a:endParaRPr>
        </a:p>
      </dgm:t>
    </dgm:pt>
    <dgm:pt modelId="{2694D812-121F-453A-9094-751ACF30257B}" type="sibTrans" cxnId="{F87E1D3F-9D1A-46EA-854F-F8FC8BBD7004}">
      <dgm:prSet/>
      <dgm:spPr/>
      <dgm:t>
        <a:bodyPr/>
        <a:lstStyle/>
        <a:p>
          <a:endParaRPr lang="fr-FR" sz="1800">
            <a:solidFill>
              <a:schemeClr val="tx1"/>
            </a:solidFill>
          </a:endParaRPr>
        </a:p>
      </dgm:t>
    </dgm:pt>
    <dgm:pt modelId="{2CA8775A-1C3E-4001-8526-4601FA925B41}" type="pres">
      <dgm:prSet presAssocID="{E2D1A136-E7CF-452F-BD56-7AC3F37A7A0C}" presName="Name0" presStyleCnt="0">
        <dgm:presLayoutVars>
          <dgm:dir/>
          <dgm:resizeHandles val="exact"/>
        </dgm:presLayoutVars>
      </dgm:prSet>
      <dgm:spPr/>
    </dgm:pt>
    <dgm:pt modelId="{BFA9E651-4B08-437C-B3E7-0869BC3AD548}" type="pres">
      <dgm:prSet presAssocID="{E2D1A136-E7CF-452F-BD56-7AC3F37A7A0C}" presName="fgShape" presStyleLbl="fgShp" presStyleIdx="0" presStyleCnt="1"/>
      <dgm:spPr/>
    </dgm:pt>
    <dgm:pt modelId="{8AA46429-3718-4A19-BE47-1A1EAEF43859}" type="pres">
      <dgm:prSet presAssocID="{E2D1A136-E7CF-452F-BD56-7AC3F37A7A0C}" presName="linComp" presStyleCnt="0"/>
      <dgm:spPr/>
    </dgm:pt>
    <dgm:pt modelId="{C1A85F0B-D8F6-4661-A4A5-C47CDCFFB0FF}" type="pres">
      <dgm:prSet presAssocID="{57E0C40D-1DDA-4CF7-9F13-286097733CA2}" presName="compNode" presStyleCnt="0"/>
      <dgm:spPr/>
    </dgm:pt>
    <dgm:pt modelId="{F546A14C-617E-467C-9774-156C5CC547B6}" type="pres">
      <dgm:prSet presAssocID="{57E0C40D-1DDA-4CF7-9F13-286097733CA2}" presName="bkgdShape" presStyleLbl="node1" presStyleIdx="0" presStyleCnt="3"/>
      <dgm:spPr/>
    </dgm:pt>
    <dgm:pt modelId="{E7ECB2A9-7B38-47A7-975C-4DCA5A3AD591}" type="pres">
      <dgm:prSet presAssocID="{57E0C40D-1DDA-4CF7-9F13-286097733CA2}" presName="nodeTx" presStyleLbl="node1" presStyleIdx="0" presStyleCnt="3">
        <dgm:presLayoutVars>
          <dgm:bulletEnabled val="1"/>
        </dgm:presLayoutVars>
      </dgm:prSet>
      <dgm:spPr/>
    </dgm:pt>
    <dgm:pt modelId="{CEC28D77-790D-41EF-B502-DBCC359E9780}" type="pres">
      <dgm:prSet presAssocID="{57E0C40D-1DDA-4CF7-9F13-286097733CA2}" presName="invisiNode" presStyleLbl="node1" presStyleIdx="0" presStyleCnt="3"/>
      <dgm:spPr/>
    </dgm:pt>
    <dgm:pt modelId="{AF3040A6-9338-4424-8D77-CAC3F9FD1B56}" type="pres">
      <dgm:prSet presAssocID="{57E0C40D-1DDA-4CF7-9F13-286097733CA2}" presName="imagNode" presStyleLbl="fgImgPlace1" presStyleIdx="0" presStyleCnt="3"/>
      <dgm:spPr>
        <a:blipFill dpi="0" rotWithShape="1">
          <a:blip xmlns:r="http://schemas.openxmlformats.org/officeDocument/2006/relationships" r:embed="rId1"/>
          <a:srcRect/>
          <a:stretch>
            <a:fillRect t="21813" b="21813"/>
          </a:stretch>
        </a:blipFill>
      </dgm:spPr>
    </dgm:pt>
    <dgm:pt modelId="{1516BF17-08AE-405C-9D55-5D37421183B6}" type="pres">
      <dgm:prSet presAssocID="{14DE249D-EC67-4110-8423-5E9B638EC570}" presName="sibTrans" presStyleLbl="sibTrans2D1" presStyleIdx="0" presStyleCnt="0"/>
      <dgm:spPr/>
    </dgm:pt>
    <dgm:pt modelId="{6AA88507-685D-4421-BF5E-4114AF7B3217}" type="pres">
      <dgm:prSet presAssocID="{6067ABD4-2918-477F-B7D3-EA548F0948B2}" presName="compNode" presStyleCnt="0"/>
      <dgm:spPr/>
    </dgm:pt>
    <dgm:pt modelId="{23EAA7C6-44A6-4C15-9527-DD45B101FCE7}" type="pres">
      <dgm:prSet presAssocID="{6067ABD4-2918-477F-B7D3-EA548F0948B2}" presName="bkgdShape" presStyleLbl="node1" presStyleIdx="1" presStyleCnt="3"/>
      <dgm:spPr/>
    </dgm:pt>
    <dgm:pt modelId="{27530706-EC36-42FB-93C8-DACCEB0843D9}" type="pres">
      <dgm:prSet presAssocID="{6067ABD4-2918-477F-B7D3-EA548F0948B2}" presName="nodeTx" presStyleLbl="node1" presStyleIdx="1" presStyleCnt="3">
        <dgm:presLayoutVars>
          <dgm:bulletEnabled val="1"/>
        </dgm:presLayoutVars>
      </dgm:prSet>
      <dgm:spPr/>
    </dgm:pt>
    <dgm:pt modelId="{8E6B871C-DE47-41B0-86D2-6571681C38DC}" type="pres">
      <dgm:prSet presAssocID="{6067ABD4-2918-477F-B7D3-EA548F0948B2}" presName="invisiNode" presStyleLbl="node1" presStyleIdx="1" presStyleCnt="3"/>
      <dgm:spPr/>
    </dgm:pt>
    <dgm:pt modelId="{A987AFD0-48B3-4F12-9995-340B69F3DF7E}" type="pres">
      <dgm:prSet presAssocID="{6067ABD4-2918-477F-B7D3-EA548F0948B2}" presName="imagNode" presStyleLbl="fgImgPlace1" presStyleIdx="1" presStyleCnt="3"/>
      <dgm:spPr>
        <a:blipFill>
          <a:blip xmlns:r="http://schemas.openxmlformats.org/officeDocument/2006/relationships" r:embed="rId2"/>
          <a:srcRect/>
          <a:stretch>
            <a:fillRect t="-2000" b="-2000"/>
          </a:stretch>
        </a:blipFill>
      </dgm:spPr>
    </dgm:pt>
    <dgm:pt modelId="{DC79C053-73C3-489C-88D2-7578141DE80B}" type="pres">
      <dgm:prSet presAssocID="{644EC17F-53A5-4CDF-A8AF-2E494D71F4B0}" presName="sibTrans" presStyleLbl="sibTrans2D1" presStyleIdx="0" presStyleCnt="0"/>
      <dgm:spPr/>
    </dgm:pt>
    <dgm:pt modelId="{B46742CF-587F-4765-A61C-879AB907BAE2}" type="pres">
      <dgm:prSet presAssocID="{055CE0DA-3841-40BD-8A06-A3FD840F6711}" presName="compNode" presStyleCnt="0"/>
      <dgm:spPr/>
    </dgm:pt>
    <dgm:pt modelId="{557D1CCB-B4B9-48D1-8BE6-5DE8496287E7}" type="pres">
      <dgm:prSet presAssocID="{055CE0DA-3841-40BD-8A06-A3FD840F6711}" presName="bkgdShape" presStyleLbl="node1" presStyleIdx="2" presStyleCnt="3"/>
      <dgm:spPr/>
    </dgm:pt>
    <dgm:pt modelId="{DB847F73-850A-4431-96A2-73A12917BD88}" type="pres">
      <dgm:prSet presAssocID="{055CE0DA-3841-40BD-8A06-A3FD840F6711}" presName="nodeTx" presStyleLbl="node1" presStyleIdx="2" presStyleCnt="3">
        <dgm:presLayoutVars>
          <dgm:bulletEnabled val="1"/>
        </dgm:presLayoutVars>
      </dgm:prSet>
      <dgm:spPr/>
    </dgm:pt>
    <dgm:pt modelId="{D8242157-A45C-4970-9B99-DE940FC8046F}" type="pres">
      <dgm:prSet presAssocID="{055CE0DA-3841-40BD-8A06-A3FD840F6711}" presName="invisiNode" presStyleLbl="node1" presStyleIdx="2" presStyleCnt="3"/>
      <dgm:spPr/>
    </dgm:pt>
    <dgm:pt modelId="{DA6552D2-A95E-4005-AE2E-3CEF6AE69D13}" type="pres">
      <dgm:prSet presAssocID="{055CE0DA-3841-40BD-8A06-A3FD840F6711}" presName="imagNode" presStyleLbl="fgImgPlace1" presStyleIdx="2" presStyleCnt="3"/>
      <dgm:spPr>
        <a:blipFill>
          <a:blip xmlns:r="http://schemas.openxmlformats.org/officeDocument/2006/relationships" r:embed="rId3"/>
          <a:srcRect/>
          <a:stretch>
            <a:fillRect/>
          </a:stretch>
        </a:blipFill>
      </dgm:spPr>
    </dgm:pt>
  </dgm:ptLst>
  <dgm:cxnLst>
    <dgm:cxn modelId="{B77ED900-C992-4245-8F11-72F7B6293DB2}" srcId="{E2D1A136-E7CF-452F-BD56-7AC3F37A7A0C}" destId="{6067ABD4-2918-477F-B7D3-EA548F0948B2}" srcOrd="1" destOrd="0" parTransId="{D591A7BD-0586-4FA7-A9EA-84E5C6635B52}" sibTransId="{644EC17F-53A5-4CDF-A8AF-2E494D71F4B0}"/>
    <dgm:cxn modelId="{85B6E909-99B6-41D2-A943-C32BDAF5A8BB}" type="presOf" srcId="{E2D1A136-E7CF-452F-BD56-7AC3F37A7A0C}" destId="{2CA8775A-1C3E-4001-8526-4601FA925B41}" srcOrd="0" destOrd="0" presId="urn:microsoft.com/office/officeart/2005/8/layout/hList7"/>
    <dgm:cxn modelId="{44A3410D-EAD9-428C-9190-9C9F7253B7AF}" type="presOf" srcId="{57E0C40D-1DDA-4CF7-9F13-286097733CA2}" destId="{F546A14C-617E-467C-9774-156C5CC547B6}" srcOrd="0" destOrd="0" presId="urn:microsoft.com/office/officeart/2005/8/layout/hList7"/>
    <dgm:cxn modelId="{7E4BC625-6A7E-4D8D-AB54-3033A6345D56}" type="presOf" srcId="{055CE0DA-3841-40BD-8A06-A3FD840F6711}" destId="{557D1CCB-B4B9-48D1-8BE6-5DE8496287E7}" srcOrd="0" destOrd="0" presId="urn:microsoft.com/office/officeart/2005/8/layout/hList7"/>
    <dgm:cxn modelId="{F87E1D3F-9D1A-46EA-854F-F8FC8BBD7004}" srcId="{E2D1A136-E7CF-452F-BD56-7AC3F37A7A0C}" destId="{055CE0DA-3841-40BD-8A06-A3FD840F6711}" srcOrd="2" destOrd="0" parTransId="{BF05BD2D-DD60-4956-8B5E-5CF2207ABDC3}" sibTransId="{2694D812-121F-453A-9094-751ACF30257B}"/>
    <dgm:cxn modelId="{1A68733F-FA8C-4D9C-AFF8-196A97866361}" type="presOf" srcId="{57E0C40D-1DDA-4CF7-9F13-286097733CA2}" destId="{E7ECB2A9-7B38-47A7-975C-4DCA5A3AD591}" srcOrd="1" destOrd="0" presId="urn:microsoft.com/office/officeart/2005/8/layout/hList7"/>
    <dgm:cxn modelId="{7B5CE069-90BB-466A-AF2E-2C96A7FD2904}" type="presOf" srcId="{644EC17F-53A5-4CDF-A8AF-2E494D71F4B0}" destId="{DC79C053-73C3-489C-88D2-7578141DE80B}" srcOrd="0" destOrd="0" presId="urn:microsoft.com/office/officeart/2005/8/layout/hList7"/>
    <dgm:cxn modelId="{67CCD66C-3DD2-49E6-AACB-D7CFAFF8B667}" type="presOf" srcId="{6067ABD4-2918-477F-B7D3-EA548F0948B2}" destId="{23EAA7C6-44A6-4C15-9527-DD45B101FCE7}" srcOrd="0" destOrd="0" presId="urn:microsoft.com/office/officeart/2005/8/layout/hList7"/>
    <dgm:cxn modelId="{B0169E9D-E645-4F98-9901-40B97656472B}" type="presOf" srcId="{055CE0DA-3841-40BD-8A06-A3FD840F6711}" destId="{DB847F73-850A-4431-96A2-73A12917BD88}" srcOrd="1" destOrd="0" presId="urn:microsoft.com/office/officeart/2005/8/layout/hList7"/>
    <dgm:cxn modelId="{416968E0-4184-47F0-B004-EC3C89633760}" type="presOf" srcId="{14DE249D-EC67-4110-8423-5E9B638EC570}" destId="{1516BF17-08AE-405C-9D55-5D37421183B6}" srcOrd="0" destOrd="0" presId="urn:microsoft.com/office/officeart/2005/8/layout/hList7"/>
    <dgm:cxn modelId="{5478F7E8-1308-4334-93CB-A37F391ED2C0}" type="presOf" srcId="{6067ABD4-2918-477F-B7D3-EA548F0948B2}" destId="{27530706-EC36-42FB-93C8-DACCEB0843D9}" srcOrd="1" destOrd="0" presId="urn:microsoft.com/office/officeart/2005/8/layout/hList7"/>
    <dgm:cxn modelId="{0F3E11ED-B507-41F2-9B83-FE5D0A20811A}" srcId="{E2D1A136-E7CF-452F-BD56-7AC3F37A7A0C}" destId="{57E0C40D-1DDA-4CF7-9F13-286097733CA2}" srcOrd="0" destOrd="0" parTransId="{BC89440E-8E45-4561-B400-C57AABC13952}" sibTransId="{14DE249D-EC67-4110-8423-5E9B638EC570}"/>
    <dgm:cxn modelId="{C53B326C-500F-46CF-9108-C5BADB44D36F}" type="presParOf" srcId="{2CA8775A-1C3E-4001-8526-4601FA925B41}" destId="{BFA9E651-4B08-437C-B3E7-0869BC3AD548}" srcOrd="0" destOrd="0" presId="urn:microsoft.com/office/officeart/2005/8/layout/hList7"/>
    <dgm:cxn modelId="{467E7BB1-481F-47EF-B394-C96CA7F8D203}" type="presParOf" srcId="{2CA8775A-1C3E-4001-8526-4601FA925B41}" destId="{8AA46429-3718-4A19-BE47-1A1EAEF43859}" srcOrd="1" destOrd="0" presId="urn:microsoft.com/office/officeart/2005/8/layout/hList7"/>
    <dgm:cxn modelId="{3EC97AB4-544A-41AE-97E8-06B4C35DAB2C}" type="presParOf" srcId="{8AA46429-3718-4A19-BE47-1A1EAEF43859}" destId="{C1A85F0B-D8F6-4661-A4A5-C47CDCFFB0FF}" srcOrd="0" destOrd="0" presId="urn:microsoft.com/office/officeart/2005/8/layout/hList7"/>
    <dgm:cxn modelId="{31FCEA22-B325-46F7-B7FF-FE6F514B5AC7}" type="presParOf" srcId="{C1A85F0B-D8F6-4661-A4A5-C47CDCFFB0FF}" destId="{F546A14C-617E-467C-9774-156C5CC547B6}" srcOrd="0" destOrd="0" presId="urn:microsoft.com/office/officeart/2005/8/layout/hList7"/>
    <dgm:cxn modelId="{DDB6EB9B-3849-4175-AD51-73BDD975E4CD}" type="presParOf" srcId="{C1A85F0B-D8F6-4661-A4A5-C47CDCFFB0FF}" destId="{E7ECB2A9-7B38-47A7-975C-4DCA5A3AD591}" srcOrd="1" destOrd="0" presId="urn:microsoft.com/office/officeart/2005/8/layout/hList7"/>
    <dgm:cxn modelId="{2CDDB106-211F-4693-A6B4-125FD08EFC1B}" type="presParOf" srcId="{C1A85F0B-D8F6-4661-A4A5-C47CDCFFB0FF}" destId="{CEC28D77-790D-41EF-B502-DBCC359E9780}" srcOrd="2" destOrd="0" presId="urn:microsoft.com/office/officeart/2005/8/layout/hList7"/>
    <dgm:cxn modelId="{F61F1B6F-4AA2-42B2-8682-4B35C51AF705}" type="presParOf" srcId="{C1A85F0B-D8F6-4661-A4A5-C47CDCFFB0FF}" destId="{AF3040A6-9338-4424-8D77-CAC3F9FD1B56}" srcOrd="3" destOrd="0" presId="urn:microsoft.com/office/officeart/2005/8/layout/hList7"/>
    <dgm:cxn modelId="{0B0F87CB-B16F-4575-A503-14BBAD5F38D5}" type="presParOf" srcId="{8AA46429-3718-4A19-BE47-1A1EAEF43859}" destId="{1516BF17-08AE-405C-9D55-5D37421183B6}" srcOrd="1" destOrd="0" presId="urn:microsoft.com/office/officeart/2005/8/layout/hList7"/>
    <dgm:cxn modelId="{8438CF24-678C-4B6B-BECC-70A0AB67C507}" type="presParOf" srcId="{8AA46429-3718-4A19-BE47-1A1EAEF43859}" destId="{6AA88507-685D-4421-BF5E-4114AF7B3217}" srcOrd="2" destOrd="0" presId="urn:microsoft.com/office/officeart/2005/8/layout/hList7"/>
    <dgm:cxn modelId="{16B9977E-EFFF-44F4-8F62-6D2ED98695E1}" type="presParOf" srcId="{6AA88507-685D-4421-BF5E-4114AF7B3217}" destId="{23EAA7C6-44A6-4C15-9527-DD45B101FCE7}" srcOrd="0" destOrd="0" presId="urn:microsoft.com/office/officeart/2005/8/layout/hList7"/>
    <dgm:cxn modelId="{DD73FB34-49B2-41AC-A463-FBC8700D97C1}" type="presParOf" srcId="{6AA88507-685D-4421-BF5E-4114AF7B3217}" destId="{27530706-EC36-42FB-93C8-DACCEB0843D9}" srcOrd="1" destOrd="0" presId="urn:microsoft.com/office/officeart/2005/8/layout/hList7"/>
    <dgm:cxn modelId="{F9BA80F0-1B09-40B8-879B-09BF091D8C86}" type="presParOf" srcId="{6AA88507-685D-4421-BF5E-4114AF7B3217}" destId="{8E6B871C-DE47-41B0-86D2-6571681C38DC}" srcOrd="2" destOrd="0" presId="urn:microsoft.com/office/officeart/2005/8/layout/hList7"/>
    <dgm:cxn modelId="{F4923CAB-47D7-449B-BEB9-2D3C68D2FF02}" type="presParOf" srcId="{6AA88507-685D-4421-BF5E-4114AF7B3217}" destId="{A987AFD0-48B3-4F12-9995-340B69F3DF7E}" srcOrd="3" destOrd="0" presId="urn:microsoft.com/office/officeart/2005/8/layout/hList7"/>
    <dgm:cxn modelId="{67FB6526-A294-49F6-98F6-6B3621337CD7}" type="presParOf" srcId="{8AA46429-3718-4A19-BE47-1A1EAEF43859}" destId="{DC79C053-73C3-489C-88D2-7578141DE80B}" srcOrd="3" destOrd="0" presId="urn:microsoft.com/office/officeart/2005/8/layout/hList7"/>
    <dgm:cxn modelId="{9B2F25E6-3FA5-4736-8CAA-0FD8C5BCBF33}" type="presParOf" srcId="{8AA46429-3718-4A19-BE47-1A1EAEF43859}" destId="{B46742CF-587F-4765-A61C-879AB907BAE2}" srcOrd="4" destOrd="0" presId="urn:microsoft.com/office/officeart/2005/8/layout/hList7"/>
    <dgm:cxn modelId="{6998FD31-9564-4ACE-B538-C6FA5E4C2164}" type="presParOf" srcId="{B46742CF-587F-4765-A61C-879AB907BAE2}" destId="{557D1CCB-B4B9-48D1-8BE6-5DE8496287E7}" srcOrd="0" destOrd="0" presId="urn:microsoft.com/office/officeart/2005/8/layout/hList7"/>
    <dgm:cxn modelId="{604768F4-B46A-4864-9B75-08EB480DB454}" type="presParOf" srcId="{B46742CF-587F-4765-A61C-879AB907BAE2}" destId="{DB847F73-850A-4431-96A2-73A12917BD88}" srcOrd="1" destOrd="0" presId="urn:microsoft.com/office/officeart/2005/8/layout/hList7"/>
    <dgm:cxn modelId="{4915A5A3-3408-4F75-9AAD-E9A352BE1FD1}" type="presParOf" srcId="{B46742CF-587F-4765-A61C-879AB907BAE2}" destId="{D8242157-A45C-4970-9B99-DE940FC8046F}" srcOrd="2" destOrd="0" presId="urn:microsoft.com/office/officeart/2005/8/layout/hList7"/>
    <dgm:cxn modelId="{B893B54E-25A6-45C9-B3DD-9E4CC78F960D}" type="presParOf" srcId="{B46742CF-587F-4765-A61C-879AB907BAE2}" destId="{DA6552D2-A95E-4005-AE2E-3CEF6AE69D13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7B9A188-B54B-4F01-967B-CF8A824D51F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9886FCFD-A7E5-45E7-8939-AEED74A72E0F}">
      <dgm:prSet custT="1"/>
      <dgm:spPr/>
      <dgm:t>
        <a:bodyPr/>
        <a:lstStyle/>
        <a:p>
          <a:r>
            <a:rPr lang="fr-FR" sz="1800" b="0">
              <a:solidFill>
                <a:schemeClr val="tx1"/>
              </a:solidFill>
              <a:latin typeface="+mn-lt"/>
            </a:rPr>
            <a:t>Localisation des données</a:t>
          </a:r>
          <a:endParaRPr lang="fr-FR" sz="1800" b="0" dirty="0">
            <a:solidFill>
              <a:schemeClr val="tx1"/>
            </a:solidFill>
            <a:latin typeface="+mn-lt"/>
          </a:endParaRPr>
        </a:p>
      </dgm:t>
    </dgm:pt>
    <dgm:pt modelId="{BC684520-886E-4638-A011-994CE6402C9E}" type="parTrans" cxnId="{2F2FA792-04B3-4B66-89C0-0FEEEC332D17}">
      <dgm:prSet/>
      <dgm:spPr/>
      <dgm:t>
        <a:bodyPr/>
        <a:lstStyle/>
        <a:p>
          <a:endParaRPr lang="fr-FR" sz="1800" b="0">
            <a:solidFill>
              <a:schemeClr val="tx1"/>
            </a:solidFill>
            <a:latin typeface="+mn-lt"/>
          </a:endParaRPr>
        </a:p>
      </dgm:t>
    </dgm:pt>
    <dgm:pt modelId="{148E1170-E88B-4DDB-A562-18F14BFFA8A9}" type="sibTrans" cxnId="{2F2FA792-04B3-4B66-89C0-0FEEEC332D17}">
      <dgm:prSet/>
      <dgm:spPr/>
      <dgm:t>
        <a:bodyPr/>
        <a:lstStyle/>
        <a:p>
          <a:endParaRPr lang="fr-FR" sz="1800" b="0">
            <a:solidFill>
              <a:schemeClr val="tx1"/>
            </a:solidFill>
            <a:latin typeface="+mn-lt"/>
          </a:endParaRPr>
        </a:p>
      </dgm:t>
    </dgm:pt>
    <dgm:pt modelId="{9DC2FB2A-676D-4A0A-8BF1-567560857997}">
      <dgm:prSet custT="1"/>
      <dgm:spPr/>
      <dgm:t>
        <a:bodyPr/>
        <a:lstStyle/>
        <a:p>
          <a:r>
            <a:rPr lang="fr-FR" sz="1800" b="0">
              <a:solidFill>
                <a:schemeClr val="tx1"/>
              </a:solidFill>
              <a:latin typeface="+mn-lt"/>
            </a:rPr>
            <a:t>Région AWS Europe (Paris – eu-west-3)</a:t>
          </a:r>
          <a:endParaRPr lang="fr-FR" sz="1800" b="0" dirty="0">
            <a:solidFill>
              <a:schemeClr val="tx1"/>
            </a:solidFill>
            <a:latin typeface="+mn-lt"/>
          </a:endParaRPr>
        </a:p>
      </dgm:t>
    </dgm:pt>
    <dgm:pt modelId="{CB34F592-BBAB-4665-A7AC-B67BA2A9AF73}" type="parTrans" cxnId="{E46E6F8A-C941-4969-93F5-8F8180A573C1}">
      <dgm:prSet/>
      <dgm:spPr/>
      <dgm:t>
        <a:bodyPr/>
        <a:lstStyle/>
        <a:p>
          <a:endParaRPr lang="fr-FR" sz="1800" b="0">
            <a:solidFill>
              <a:schemeClr val="tx1"/>
            </a:solidFill>
            <a:latin typeface="+mn-lt"/>
          </a:endParaRPr>
        </a:p>
      </dgm:t>
    </dgm:pt>
    <dgm:pt modelId="{A213D0C1-F206-48D5-B8C8-5C645A5182FF}" type="sibTrans" cxnId="{E46E6F8A-C941-4969-93F5-8F8180A573C1}">
      <dgm:prSet/>
      <dgm:spPr/>
      <dgm:t>
        <a:bodyPr/>
        <a:lstStyle/>
        <a:p>
          <a:endParaRPr lang="fr-FR" sz="1800" b="0">
            <a:solidFill>
              <a:schemeClr val="tx1"/>
            </a:solidFill>
            <a:latin typeface="+mn-lt"/>
          </a:endParaRPr>
        </a:p>
      </dgm:t>
    </dgm:pt>
    <dgm:pt modelId="{B1434BB8-C5C7-4999-8C1A-62C35E5BD210}">
      <dgm:prSet custT="1"/>
      <dgm:spPr/>
      <dgm:t>
        <a:bodyPr/>
        <a:lstStyle/>
        <a:p>
          <a:r>
            <a:rPr lang="fr-FR" sz="1800" b="0" dirty="0">
              <a:solidFill>
                <a:schemeClr val="tx1"/>
              </a:solidFill>
              <a:latin typeface="+mn-lt"/>
            </a:rPr>
            <a:t>Contrôle des accès	</a:t>
          </a:r>
        </a:p>
      </dgm:t>
    </dgm:pt>
    <dgm:pt modelId="{77A31E4B-A728-49F8-888A-5E5D2715E9C9}" type="parTrans" cxnId="{BDFEE677-69A0-4A53-902E-609BE5A6AADB}">
      <dgm:prSet/>
      <dgm:spPr/>
      <dgm:t>
        <a:bodyPr/>
        <a:lstStyle/>
        <a:p>
          <a:endParaRPr lang="fr-FR" sz="1800" b="0">
            <a:solidFill>
              <a:schemeClr val="tx1"/>
            </a:solidFill>
            <a:latin typeface="+mn-lt"/>
          </a:endParaRPr>
        </a:p>
      </dgm:t>
    </dgm:pt>
    <dgm:pt modelId="{FCA81DD9-8DCF-4479-BA5E-33059BAF20DA}" type="sibTrans" cxnId="{BDFEE677-69A0-4A53-902E-609BE5A6AADB}">
      <dgm:prSet/>
      <dgm:spPr/>
      <dgm:t>
        <a:bodyPr/>
        <a:lstStyle/>
        <a:p>
          <a:endParaRPr lang="fr-FR" sz="1800" b="0">
            <a:solidFill>
              <a:schemeClr val="tx1"/>
            </a:solidFill>
            <a:latin typeface="+mn-lt"/>
          </a:endParaRPr>
        </a:p>
      </dgm:t>
    </dgm:pt>
    <dgm:pt modelId="{16D13727-838C-43E0-973D-837F274C8DED}">
      <dgm:prSet custT="1"/>
      <dgm:spPr/>
      <dgm:t>
        <a:bodyPr/>
        <a:lstStyle/>
        <a:p>
          <a:r>
            <a:rPr lang="fr-FR" sz="1800" b="0">
              <a:solidFill>
                <a:schemeClr val="tx1"/>
              </a:solidFill>
              <a:latin typeface="+mn-lt"/>
            </a:rPr>
            <a:t>Rôles IAM</a:t>
          </a:r>
          <a:endParaRPr lang="fr-FR" sz="1800" b="0" dirty="0">
            <a:solidFill>
              <a:schemeClr val="tx1"/>
            </a:solidFill>
            <a:latin typeface="+mn-lt"/>
          </a:endParaRPr>
        </a:p>
      </dgm:t>
    </dgm:pt>
    <dgm:pt modelId="{20F03E00-8E6D-4975-8C03-3F7F14A121C1}" type="parTrans" cxnId="{656F1CB4-6641-409F-8CBF-D501D42288EB}">
      <dgm:prSet/>
      <dgm:spPr/>
      <dgm:t>
        <a:bodyPr/>
        <a:lstStyle/>
        <a:p>
          <a:endParaRPr lang="fr-FR" sz="1800" b="0">
            <a:solidFill>
              <a:schemeClr val="tx1"/>
            </a:solidFill>
            <a:latin typeface="+mn-lt"/>
          </a:endParaRPr>
        </a:p>
      </dgm:t>
    </dgm:pt>
    <dgm:pt modelId="{5FD61C4E-30C1-445D-A00A-D10704A34AA3}" type="sibTrans" cxnId="{656F1CB4-6641-409F-8CBF-D501D42288EB}">
      <dgm:prSet/>
      <dgm:spPr/>
      <dgm:t>
        <a:bodyPr/>
        <a:lstStyle/>
        <a:p>
          <a:endParaRPr lang="fr-FR" sz="1800" b="0">
            <a:solidFill>
              <a:schemeClr val="tx1"/>
            </a:solidFill>
            <a:latin typeface="+mn-lt"/>
          </a:endParaRPr>
        </a:p>
      </dgm:t>
    </dgm:pt>
    <dgm:pt modelId="{85DE9C39-DE02-4D2A-BAD6-CC3728674F7D}">
      <dgm:prSet custT="1"/>
      <dgm:spPr/>
      <dgm:t>
        <a:bodyPr/>
        <a:lstStyle/>
        <a:p>
          <a:r>
            <a:rPr lang="fr-FR" sz="1800" b="0">
              <a:solidFill>
                <a:schemeClr val="tx1"/>
              </a:solidFill>
              <a:latin typeface="+mn-lt"/>
            </a:rPr>
            <a:t>Sécurisation du stockage	</a:t>
          </a:r>
          <a:endParaRPr lang="fr-FR" sz="1800" b="0" dirty="0">
            <a:solidFill>
              <a:schemeClr val="tx1"/>
            </a:solidFill>
            <a:latin typeface="+mn-lt"/>
          </a:endParaRPr>
        </a:p>
      </dgm:t>
    </dgm:pt>
    <dgm:pt modelId="{0E0C530F-BDEA-4BDB-B543-3EF2AC246C49}" type="parTrans" cxnId="{78650C18-F53C-442E-8DDE-997C874C2B70}">
      <dgm:prSet/>
      <dgm:spPr/>
      <dgm:t>
        <a:bodyPr/>
        <a:lstStyle/>
        <a:p>
          <a:endParaRPr lang="fr-FR" sz="1800" b="0">
            <a:solidFill>
              <a:schemeClr val="tx1"/>
            </a:solidFill>
            <a:latin typeface="+mn-lt"/>
          </a:endParaRPr>
        </a:p>
      </dgm:t>
    </dgm:pt>
    <dgm:pt modelId="{2298065C-DF2B-4DFA-81F1-9BBD59A727BB}" type="sibTrans" cxnId="{78650C18-F53C-442E-8DDE-997C874C2B70}">
      <dgm:prSet/>
      <dgm:spPr/>
      <dgm:t>
        <a:bodyPr/>
        <a:lstStyle/>
        <a:p>
          <a:endParaRPr lang="fr-FR" sz="1800" b="0">
            <a:solidFill>
              <a:schemeClr val="tx1"/>
            </a:solidFill>
            <a:latin typeface="+mn-lt"/>
          </a:endParaRPr>
        </a:p>
      </dgm:t>
    </dgm:pt>
    <dgm:pt modelId="{DE3228E6-9884-4E4B-82E8-6E8E602C092F}">
      <dgm:prSet custT="1"/>
      <dgm:spPr/>
      <dgm:t>
        <a:bodyPr/>
        <a:lstStyle/>
        <a:p>
          <a:r>
            <a:rPr lang="fr-FR" sz="1800" b="0">
              <a:solidFill>
                <a:schemeClr val="tx1"/>
              </a:solidFill>
              <a:latin typeface="+mn-lt"/>
            </a:rPr>
            <a:t>Chiffrement des objets dans Amazon S3 (SSE-S3)</a:t>
          </a:r>
          <a:endParaRPr lang="fr-FR" sz="1800" b="0" dirty="0">
            <a:solidFill>
              <a:schemeClr val="tx1"/>
            </a:solidFill>
            <a:latin typeface="+mn-lt"/>
          </a:endParaRPr>
        </a:p>
      </dgm:t>
    </dgm:pt>
    <dgm:pt modelId="{97D17A71-96B1-421B-A0AE-3F04FE6005F4}" type="parTrans" cxnId="{6F1898BE-FECE-4833-9059-80195CAD92C2}">
      <dgm:prSet/>
      <dgm:spPr/>
      <dgm:t>
        <a:bodyPr/>
        <a:lstStyle/>
        <a:p>
          <a:endParaRPr lang="fr-FR" sz="1800" b="0">
            <a:solidFill>
              <a:schemeClr val="tx1"/>
            </a:solidFill>
            <a:latin typeface="+mn-lt"/>
          </a:endParaRPr>
        </a:p>
      </dgm:t>
    </dgm:pt>
    <dgm:pt modelId="{464C5A94-CF4B-4E09-8AD2-E9D541D57172}" type="sibTrans" cxnId="{6F1898BE-FECE-4833-9059-80195CAD92C2}">
      <dgm:prSet/>
      <dgm:spPr/>
      <dgm:t>
        <a:bodyPr/>
        <a:lstStyle/>
        <a:p>
          <a:endParaRPr lang="fr-FR" sz="1800" b="0">
            <a:solidFill>
              <a:schemeClr val="tx1"/>
            </a:solidFill>
            <a:latin typeface="+mn-lt"/>
          </a:endParaRPr>
        </a:p>
      </dgm:t>
    </dgm:pt>
    <dgm:pt modelId="{36B29AEB-F699-410A-8C4E-7897BBC35251}">
      <dgm:prSet custT="1"/>
      <dgm:spPr/>
      <dgm:t>
        <a:bodyPr/>
        <a:lstStyle/>
        <a:p>
          <a:r>
            <a:rPr lang="fr-FR" sz="1800" b="0">
              <a:solidFill>
                <a:schemeClr val="tx1"/>
              </a:solidFill>
              <a:latin typeface="+mn-lt"/>
            </a:rPr>
            <a:t>Traitement des données	</a:t>
          </a:r>
          <a:endParaRPr lang="fr-FR" sz="1800" b="0" dirty="0">
            <a:solidFill>
              <a:schemeClr val="tx1"/>
            </a:solidFill>
            <a:latin typeface="+mn-lt"/>
          </a:endParaRPr>
        </a:p>
      </dgm:t>
    </dgm:pt>
    <dgm:pt modelId="{B9EB430B-656A-4C5B-B72B-7C3647D30B57}" type="parTrans" cxnId="{A4453FBF-5371-4C54-AD12-379BC366276F}">
      <dgm:prSet/>
      <dgm:spPr/>
      <dgm:t>
        <a:bodyPr/>
        <a:lstStyle/>
        <a:p>
          <a:endParaRPr lang="fr-FR" sz="1800" b="0">
            <a:solidFill>
              <a:schemeClr val="tx1"/>
            </a:solidFill>
            <a:latin typeface="+mn-lt"/>
          </a:endParaRPr>
        </a:p>
      </dgm:t>
    </dgm:pt>
    <dgm:pt modelId="{8FFDB1CA-CA00-4C39-B2C6-839799C90826}" type="sibTrans" cxnId="{A4453FBF-5371-4C54-AD12-379BC366276F}">
      <dgm:prSet/>
      <dgm:spPr/>
      <dgm:t>
        <a:bodyPr/>
        <a:lstStyle/>
        <a:p>
          <a:endParaRPr lang="fr-FR" sz="1800" b="0">
            <a:solidFill>
              <a:schemeClr val="tx1"/>
            </a:solidFill>
            <a:latin typeface="+mn-lt"/>
          </a:endParaRPr>
        </a:p>
      </dgm:t>
    </dgm:pt>
    <dgm:pt modelId="{2DADB7B5-A564-4771-BB3E-4F9B1198EDF6}">
      <dgm:prSet custT="1"/>
      <dgm:spPr/>
      <dgm:t>
        <a:bodyPr/>
        <a:lstStyle/>
        <a:p>
          <a:r>
            <a:rPr lang="fr-FR" sz="1800" b="0">
              <a:solidFill>
                <a:schemeClr val="tx1"/>
              </a:solidFill>
              <a:latin typeface="+mn-lt"/>
            </a:rPr>
            <a:t>Exécution sur EMR sans téléchargement local des données</a:t>
          </a:r>
          <a:endParaRPr lang="fr-FR" sz="1800" b="0" dirty="0">
            <a:solidFill>
              <a:schemeClr val="tx1"/>
            </a:solidFill>
            <a:latin typeface="+mn-lt"/>
          </a:endParaRPr>
        </a:p>
      </dgm:t>
    </dgm:pt>
    <dgm:pt modelId="{BDF851F3-5F96-4567-88CF-F23205D92754}" type="parTrans" cxnId="{A48930A3-8CDA-41E9-8D8A-B9BD5D9093B9}">
      <dgm:prSet/>
      <dgm:spPr/>
      <dgm:t>
        <a:bodyPr/>
        <a:lstStyle/>
        <a:p>
          <a:endParaRPr lang="fr-FR" sz="1800" b="0">
            <a:solidFill>
              <a:schemeClr val="tx1"/>
            </a:solidFill>
            <a:latin typeface="+mn-lt"/>
          </a:endParaRPr>
        </a:p>
      </dgm:t>
    </dgm:pt>
    <dgm:pt modelId="{77258BA5-2E98-4868-8FF8-E0F54FDF2746}" type="sibTrans" cxnId="{A48930A3-8CDA-41E9-8D8A-B9BD5D9093B9}">
      <dgm:prSet/>
      <dgm:spPr/>
      <dgm:t>
        <a:bodyPr/>
        <a:lstStyle/>
        <a:p>
          <a:endParaRPr lang="fr-FR" sz="1800" b="0">
            <a:solidFill>
              <a:schemeClr val="tx1"/>
            </a:solidFill>
            <a:latin typeface="+mn-lt"/>
          </a:endParaRPr>
        </a:p>
      </dgm:t>
    </dgm:pt>
    <dgm:pt modelId="{DE6B34C8-FCE7-4098-A20E-D8C4C2272727}">
      <dgm:prSet custT="1"/>
      <dgm:spPr/>
      <dgm:t>
        <a:bodyPr/>
        <a:lstStyle/>
        <a:p>
          <a:r>
            <a:rPr lang="fr-FR" sz="1800" b="0">
              <a:solidFill>
                <a:schemeClr val="tx1"/>
              </a:solidFill>
              <a:latin typeface="+mn-lt"/>
            </a:rPr>
            <a:t>Traçabilité</a:t>
          </a:r>
          <a:endParaRPr lang="fr-FR" sz="1800" b="0" dirty="0">
            <a:solidFill>
              <a:schemeClr val="tx1"/>
            </a:solidFill>
            <a:latin typeface="+mn-lt"/>
          </a:endParaRPr>
        </a:p>
      </dgm:t>
    </dgm:pt>
    <dgm:pt modelId="{1BEA9C61-A7F6-4DC1-A353-5C52EDF81DAE}" type="parTrans" cxnId="{F90D03D4-53D9-4E60-B738-247D80781CF5}">
      <dgm:prSet/>
      <dgm:spPr/>
      <dgm:t>
        <a:bodyPr/>
        <a:lstStyle/>
        <a:p>
          <a:endParaRPr lang="fr-FR" b="0">
            <a:solidFill>
              <a:schemeClr val="tx1"/>
            </a:solidFill>
            <a:latin typeface="+mn-lt"/>
          </a:endParaRPr>
        </a:p>
      </dgm:t>
    </dgm:pt>
    <dgm:pt modelId="{A6ED2D8E-5F95-4213-9565-816A6BC9308E}" type="sibTrans" cxnId="{F90D03D4-53D9-4E60-B738-247D80781CF5}">
      <dgm:prSet/>
      <dgm:spPr/>
      <dgm:t>
        <a:bodyPr/>
        <a:lstStyle/>
        <a:p>
          <a:endParaRPr lang="fr-FR" b="0">
            <a:solidFill>
              <a:schemeClr val="tx1"/>
            </a:solidFill>
            <a:latin typeface="+mn-lt"/>
          </a:endParaRPr>
        </a:p>
      </dgm:t>
    </dgm:pt>
    <dgm:pt modelId="{7A5BAD54-4AD4-4769-90CB-ABBC59797C64}">
      <dgm:prSet custT="1"/>
      <dgm:spPr/>
      <dgm:t>
        <a:bodyPr/>
        <a:lstStyle/>
        <a:p>
          <a:r>
            <a:rPr lang="fr-FR" sz="1800" b="0">
              <a:solidFill>
                <a:schemeClr val="tx1"/>
              </a:solidFill>
              <a:latin typeface="+mn-lt"/>
            </a:rPr>
            <a:t>Journalisation des accès via AWS</a:t>
          </a:r>
          <a:endParaRPr lang="fr-FR" sz="1800" b="0" dirty="0">
            <a:solidFill>
              <a:schemeClr val="tx1"/>
            </a:solidFill>
            <a:latin typeface="+mn-lt"/>
          </a:endParaRPr>
        </a:p>
      </dgm:t>
    </dgm:pt>
    <dgm:pt modelId="{A9FB83E6-07D7-4662-BDAF-D1FF236A3E01}" type="parTrans" cxnId="{858B2ED3-70D4-4147-8CC8-A448C0EF19CF}">
      <dgm:prSet/>
      <dgm:spPr/>
      <dgm:t>
        <a:bodyPr/>
        <a:lstStyle/>
        <a:p>
          <a:endParaRPr lang="fr-FR" b="0">
            <a:solidFill>
              <a:schemeClr val="tx1"/>
            </a:solidFill>
            <a:latin typeface="+mn-lt"/>
          </a:endParaRPr>
        </a:p>
      </dgm:t>
    </dgm:pt>
    <dgm:pt modelId="{62756166-96BA-46B7-ACD2-3A112F598072}" type="sibTrans" cxnId="{858B2ED3-70D4-4147-8CC8-A448C0EF19CF}">
      <dgm:prSet/>
      <dgm:spPr/>
      <dgm:t>
        <a:bodyPr/>
        <a:lstStyle/>
        <a:p>
          <a:endParaRPr lang="fr-FR" b="0">
            <a:solidFill>
              <a:schemeClr val="tx1"/>
            </a:solidFill>
            <a:latin typeface="+mn-lt"/>
          </a:endParaRPr>
        </a:p>
      </dgm:t>
    </dgm:pt>
    <dgm:pt modelId="{502F06B0-8D16-4338-A8CD-0C33B93C4EDE}">
      <dgm:prSet custT="1"/>
      <dgm:spPr/>
      <dgm:t>
        <a:bodyPr/>
        <a:lstStyle/>
        <a:p>
          <a:r>
            <a:rPr lang="fr-FR" sz="1800" b="0">
              <a:solidFill>
                <a:schemeClr val="tx1"/>
              </a:solidFill>
              <a:latin typeface="+mn-lt"/>
            </a:rPr>
            <a:t>Protection des données personnelles </a:t>
          </a:r>
          <a:endParaRPr lang="fr-FR" sz="1800" b="0" dirty="0">
            <a:solidFill>
              <a:schemeClr val="tx1"/>
            </a:solidFill>
            <a:latin typeface="+mn-lt"/>
          </a:endParaRPr>
        </a:p>
      </dgm:t>
    </dgm:pt>
    <dgm:pt modelId="{E4F10D32-CF03-442C-BD9C-279A65B6ADC4}" type="parTrans" cxnId="{53CD4E6F-560C-479A-AA4A-CB5EC7BF9932}">
      <dgm:prSet/>
      <dgm:spPr/>
      <dgm:t>
        <a:bodyPr/>
        <a:lstStyle/>
        <a:p>
          <a:endParaRPr lang="fr-FR" b="0">
            <a:solidFill>
              <a:schemeClr val="tx1"/>
            </a:solidFill>
            <a:latin typeface="+mn-lt"/>
          </a:endParaRPr>
        </a:p>
      </dgm:t>
    </dgm:pt>
    <dgm:pt modelId="{F97E11DD-DF42-4899-9BA4-B3459FA7A16C}" type="sibTrans" cxnId="{53CD4E6F-560C-479A-AA4A-CB5EC7BF9932}">
      <dgm:prSet/>
      <dgm:spPr/>
      <dgm:t>
        <a:bodyPr/>
        <a:lstStyle/>
        <a:p>
          <a:endParaRPr lang="fr-FR" b="0">
            <a:solidFill>
              <a:schemeClr val="tx1"/>
            </a:solidFill>
            <a:latin typeface="+mn-lt"/>
          </a:endParaRPr>
        </a:p>
      </dgm:t>
    </dgm:pt>
    <dgm:pt modelId="{D34D936B-1E4B-4C4E-ADDD-4FE13CB2CC25}">
      <dgm:prSet custT="1"/>
      <dgm:spPr/>
      <dgm:t>
        <a:bodyPr/>
        <a:lstStyle/>
        <a:p>
          <a:r>
            <a:rPr lang="fr-FR" sz="1800" b="0">
              <a:solidFill>
                <a:schemeClr val="tx1"/>
              </a:solidFill>
              <a:latin typeface="+mn-lt"/>
            </a:rPr>
            <a:t>Pas de données personnelles</a:t>
          </a:r>
          <a:endParaRPr lang="fr-FR" sz="1800" b="0" dirty="0">
            <a:solidFill>
              <a:schemeClr val="tx1"/>
            </a:solidFill>
            <a:latin typeface="+mn-lt"/>
          </a:endParaRPr>
        </a:p>
      </dgm:t>
    </dgm:pt>
    <dgm:pt modelId="{0AC724A7-E791-4C6E-AA96-E10660D4B4A9}" type="parTrans" cxnId="{3C9D6BE0-D650-4C2C-8723-598740985A97}">
      <dgm:prSet/>
      <dgm:spPr/>
      <dgm:t>
        <a:bodyPr/>
        <a:lstStyle/>
        <a:p>
          <a:endParaRPr lang="fr-FR" b="0">
            <a:solidFill>
              <a:schemeClr val="tx1"/>
            </a:solidFill>
            <a:latin typeface="+mn-lt"/>
          </a:endParaRPr>
        </a:p>
      </dgm:t>
    </dgm:pt>
    <dgm:pt modelId="{12A0DB3E-1471-4567-A3D0-9955A5A29959}" type="sibTrans" cxnId="{3C9D6BE0-D650-4C2C-8723-598740985A97}">
      <dgm:prSet/>
      <dgm:spPr/>
      <dgm:t>
        <a:bodyPr/>
        <a:lstStyle/>
        <a:p>
          <a:endParaRPr lang="fr-FR" b="0">
            <a:solidFill>
              <a:schemeClr val="tx1"/>
            </a:solidFill>
            <a:latin typeface="+mn-lt"/>
          </a:endParaRPr>
        </a:p>
      </dgm:t>
    </dgm:pt>
    <dgm:pt modelId="{A19721CA-84EC-4A92-BFE2-FCAF4C61A154}">
      <dgm:prSet custT="1"/>
      <dgm:spPr/>
      <dgm:t>
        <a:bodyPr/>
        <a:lstStyle/>
        <a:p>
          <a:r>
            <a:rPr lang="fr-FR" sz="1800" b="0">
              <a:solidFill>
                <a:schemeClr val="tx1"/>
              </a:solidFill>
              <a:latin typeface="+mn-lt"/>
            </a:rPr>
            <a:t>Uniquement des images de fruits.</a:t>
          </a:r>
          <a:endParaRPr lang="fr-FR" sz="1800" b="0" dirty="0">
            <a:solidFill>
              <a:schemeClr val="tx1"/>
            </a:solidFill>
            <a:latin typeface="+mn-lt"/>
          </a:endParaRPr>
        </a:p>
      </dgm:t>
    </dgm:pt>
    <dgm:pt modelId="{B7C61A06-C01B-4636-966E-259D6C44E458}" type="parTrans" cxnId="{92B1675A-9347-4460-8307-08983685501E}">
      <dgm:prSet/>
      <dgm:spPr/>
      <dgm:t>
        <a:bodyPr/>
        <a:lstStyle/>
        <a:p>
          <a:endParaRPr lang="fr-FR" b="0">
            <a:solidFill>
              <a:schemeClr val="tx1"/>
            </a:solidFill>
            <a:latin typeface="+mn-lt"/>
          </a:endParaRPr>
        </a:p>
      </dgm:t>
    </dgm:pt>
    <dgm:pt modelId="{0EAA062C-F358-4ABD-8D14-17C48884A6D6}" type="sibTrans" cxnId="{92B1675A-9347-4460-8307-08983685501E}">
      <dgm:prSet/>
      <dgm:spPr/>
      <dgm:t>
        <a:bodyPr/>
        <a:lstStyle/>
        <a:p>
          <a:endParaRPr lang="fr-FR" b="0">
            <a:solidFill>
              <a:schemeClr val="tx1"/>
            </a:solidFill>
            <a:latin typeface="+mn-lt"/>
          </a:endParaRPr>
        </a:p>
      </dgm:t>
    </dgm:pt>
    <dgm:pt modelId="{CF7F05DD-E414-43A5-AEA4-4E4CA8F455AA}">
      <dgm:prSet custT="1"/>
      <dgm:spPr/>
      <dgm:t>
        <a:bodyPr/>
        <a:lstStyle/>
        <a:p>
          <a:r>
            <a:rPr lang="fr-FR" sz="1800" b="0">
              <a:solidFill>
                <a:schemeClr val="tx1"/>
              </a:solidFill>
              <a:latin typeface="+mn-lt"/>
            </a:rPr>
            <a:t>Finalité et minimalisation</a:t>
          </a:r>
          <a:endParaRPr lang="fr-FR" sz="1800" b="0" dirty="0">
            <a:solidFill>
              <a:schemeClr val="tx1"/>
            </a:solidFill>
            <a:latin typeface="+mn-lt"/>
          </a:endParaRPr>
        </a:p>
      </dgm:t>
    </dgm:pt>
    <dgm:pt modelId="{90577DEB-FE7F-471C-AC80-D79054933AA3}" type="parTrans" cxnId="{6BF88181-B7F0-47C4-9088-7C01FA667EC4}">
      <dgm:prSet/>
      <dgm:spPr/>
      <dgm:t>
        <a:bodyPr/>
        <a:lstStyle/>
        <a:p>
          <a:endParaRPr lang="fr-FR" b="0">
            <a:latin typeface="+mn-lt"/>
          </a:endParaRPr>
        </a:p>
      </dgm:t>
    </dgm:pt>
    <dgm:pt modelId="{01E039EA-0D91-4322-BC31-0ABE2F73E267}" type="sibTrans" cxnId="{6BF88181-B7F0-47C4-9088-7C01FA667EC4}">
      <dgm:prSet/>
      <dgm:spPr/>
      <dgm:t>
        <a:bodyPr/>
        <a:lstStyle/>
        <a:p>
          <a:endParaRPr lang="fr-FR" b="0">
            <a:latin typeface="+mn-lt"/>
          </a:endParaRPr>
        </a:p>
      </dgm:t>
    </dgm:pt>
    <dgm:pt modelId="{DE264EDA-8701-477D-B738-DB2F7C5532FF}" type="pres">
      <dgm:prSet presAssocID="{B7B9A188-B54B-4F01-967B-CF8A824D51F7}" presName="linear" presStyleCnt="0">
        <dgm:presLayoutVars>
          <dgm:animLvl val="lvl"/>
          <dgm:resizeHandles val="exact"/>
        </dgm:presLayoutVars>
      </dgm:prSet>
      <dgm:spPr/>
    </dgm:pt>
    <dgm:pt modelId="{CC3BFC34-55C8-4E54-A46C-8378B617C1BB}" type="pres">
      <dgm:prSet presAssocID="{502F06B0-8D16-4338-A8CD-0C33B93C4EDE}" presName="parentText" presStyleLbl="node1" presStyleIdx="0" presStyleCnt="7" custLinFactY="6383" custLinFactNeighborX="110" custLinFactNeighborY="100000">
        <dgm:presLayoutVars>
          <dgm:chMax val="0"/>
          <dgm:bulletEnabled val="1"/>
        </dgm:presLayoutVars>
      </dgm:prSet>
      <dgm:spPr/>
    </dgm:pt>
    <dgm:pt modelId="{2B42479B-234C-4902-9696-36CD2FEA2BF2}" type="pres">
      <dgm:prSet presAssocID="{F97E11DD-DF42-4899-9BA4-B3459FA7A16C}" presName="spacer" presStyleCnt="0"/>
      <dgm:spPr/>
    </dgm:pt>
    <dgm:pt modelId="{DAF7F09F-0763-4E1B-8FEB-0FB851D9BFC9}" type="pres">
      <dgm:prSet presAssocID="{CF7F05DD-E414-43A5-AEA4-4E4CA8F455AA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C23A023D-CC91-4003-8186-3C977144C553}" type="pres">
      <dgm:prSet presAssocID="{CF7F05DD-E414-43A5-AEA4-4E4CA8F455AA}" presName="childText" presStyleLbl="revTx" presStyleIdx="0" presStyleCnt="6">
        <dgm:presLayoutVars>
          <dgm:bulletEnabled val="1"/>
        </dgm:presLayoutVars>
      </dgm:prSet>
      <dgm:spPr/>
    </dgm:pt>
    <dgm:pt modelId="{06B43510-0773-4C22-A3B5-2046E484311B}" type="pres">
      <dgm:prSet presAssocID="{9886FCFD-A7E5-45E7-8939-AEED74A72E0F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E3892596-847E-416D-859C-1A7FB6A0C194}" type="pres">
      <dgm:prSet presAssocID="{9886FCFD-A7E5-45E7-8939-AEED74A72E0F}" presName="childText" presStyleLbl="revTx" presStyleIdx="1" presStyleCnt="6">
        <dgm:presLayoutVars>
          <dgm:bulletEnabled val="1"/>
        </dgm:presLayoutVars>
      </dgm:prSet>
      <dgm:spPr/>
    </dgm:pt>
    <dgm:pt modelId="{84235191-59DB-45B9-B553-D98F0806653D}" type="pres">
      <dgm:prSet presAssocID="{B1434BB8-C5C7-4999-8C1A-62C35E5BD210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71A591A4-BDCD-476A-BF58-303FB63FDEAF}" type="pres">
      <dgm:prSet presAssocID="{B1434BB8-C5C7-4999-8C1A-62C35E5BD210}" presName="childText" presStyleLbl="revTx" presStyleIdx="2" presStyleCnt="6">
        <dgm:presLayoutVars>
          <dgm:bulletEnabled val="1"/>
        </dgm:presLayoutVars>
      </dgm:prSet>
      <dgm:spPr/>
    </dgm:pt>
    <dgm:pt modelId="{07473286-E402-4B5A-B971-19B71D0DF9E4}" type="pres">
      <dgm:prSet presAssocID="{85DE9C39-DE02-4D2A-BAD6-CC3728674F7D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635DC27B-848E-4BFA-89BD-D9094F8F0659}" type="pres">
      <dgm:prSet presAssocID="{85DE9C39-DE02-4D2A-BAD6-CC3728674F7D}" presName="childText" presStyleLbl="revTx" presStyleIdx="3" presStyleCnt="6">
        <dgm:presLayoutVars>
          <dgm:bulletEnabled val="1"/>
        </dgm:presLayoutVars>
      </dgm:prSet>
      <dgm:spPr/>
    </dgm:pt>
    <dgm:pt modelId="{779CDF6C-0933-47AF-8C8C-330704A31A68}" type="pres">
      <dgm:prSet presAssocID="{36B29AEB-F699-410A-8C4E-7897BBC35251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7109735E-709F-48BE-BC55-0839E37B36A2}" type="pres">
      <dgm:prSet presAssocID="{36B29AEB-F699-410A-8C4E-7897BBC35251}" presName="childText" presStyleLbl="revTx" presStyleIdx="4" presStyleCnt="6">
        <dgm:presLayoutVars>
          <dgm:bulletEnabled val="1"/>
        </dgm:presLayoutVars>
      </dgm:prSet>
      <dgm:spPr/>
    </dgm:pt>
    <dgm:pt modelId="{CE680BA3-1B81-410D-9D58-A6F5CF988F73}" type="pres">
      <dgm:prSet presAssocID="{DE6B34C8-FCE7-4098-A20E-D8C4C2272727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E5066FA7-0DCD-45E4-9C9C-A110ECBFF76E}" type="pres">
      <dgm:prSet presAssocID="{DE6B34C8-FCE7-4098-A20E-D8C4C2272727}" presName="childText" presStyleLbl="revTx" presStyleIdx="5" presStyleCnt="6">
        <dgm:presLayoutVars>
          <dgm:bulletEnabled val="1"/>
        </dgm:presLayoutVars>
      </dgm:prSet>
      <dgm:spPr/>
    </dgm:pt>
  </dgm:ptLst>
  <dgm:cxnLst>
    <dgm:cxn modelId="{8886AB03-E938-4898-BAEC-FBDB926B1B91}" type="presOf" srcId="{DE6B34C8-FCE7-4098-A20E-D8C4C2272727}" destId="{CE680BA3-1B81-410D-9D58-A6F5CF988F73}" srcOrd="0" destOrd="0" presId="urn:microsoft.com/office/officeart/2005/8/layout/vList2"/>
    <dgm:cxn modelId="{B87A8B0F-E658-4EC1-B805-4FE210FC948C}" type="presOf" srcId="{D34D936B-1E4B-4C4E-ADDD-4FE13CB2CC25}" destId="{C23A023D-CC91-4003-8186-3C977144C553}" srcOrd="0" destOrd="0" presId="urn:microsoft.com/office/officeart/2005/8/layout/vList2"/>
    <dgm:cxn modelId="{78650C18-F53C-442E-8DDE-997C874C2B70}" srcId="{B7B9A188-B54B-4F01-967B-CF8A824D51F7}" destId="{85DE9C39-DE02-4D2A-BAD6-CC3728674F7D}" srcOrd="4" destOrd="0" parTransId="{0E0C530F-BDEA-4BDB-B543-3EF2AC246C49}" sibTransId="{2298065C-DF2B-4DFA-81F1-9BBD59A727BB}"/>
    <dgm:cxn modelId="{04900720-A92A-4DAB-B536-52B0D2181D99}" type="presOf" srcId="{36B29AEB-F699-410A-8C4E-7897BBC35251}" destId="{779CDF6C-0933-47AF-8C8C-330704A31A68}" srcOrd="0" destOrd="0" presId="urn:microsoft.com/office/officeart/2005/8/layout/vList2"/>
    <dgm:cxn modelId="{9D867544-C256-409F-9F3F-40ECC3F3BADC}" type="presOf" srcId="{A19721CA-84EC-4A92-BFE2-FCAF4C61A154}" destId="{C23A023D-CC91-4003-8186-3C977144C553}" srcOrd="0" destOrd="1" presId="urn:microsoft.com/office/officeart/2005/8/layout/vList2"/>
    <dgm:cxn modelId="{DE25014F-D24E-4788-8229-D2EE52106079}" type="presOf" srcId="{502F06B0-8D16-4338-A8CD-0C33B93C4EDE}" destId="{CC3BFC34-55C8-4E54-A46C-8378B617C1BB}" srcOrd="0" destOrd="0" presId="urn:microsoft.com/office/officeart/2005/8/layout/vList2"/>
    <dgm:cxn modelId="{53CD4E6F-560C-479A-AA4A-CB5EC7BF9932}" srcId="{B7B9A188-B54B-4F01-967B-CF8A824D51F7}" destId="{502F06B0-8D16-4338-A8CD-0C33B93C4EDE}" srcOrd="0" destOrd="0" parTransId="{E4F10D32-CF03-442C-BD9C-279A65B6ADC4}" sibTransId="{F97E11DD-DF42-4899-9BA4-B3459FA7A16C}"/>
    <dgm:cxn modelId="{D4E28477-2E5B-4F23-94C8-F3231C0DB51B}" type="presOf" srcId="{B1434BB8-C5C7-4999-8C1A-62C35E5BD210}" destId="{84235191-59DB-45B9-B553-D98F0806653D}" srcOrd="0" destOrd="0" presId="urn:microsoft.com/office/officeart/2005/8/layout/vList2"/>
    <dgm:cxn modelId="{BDFEE677-69A0-4A53-902E-609BE5A6AADB}" srcId="{B7B9A188-B54B-4F01-967B-CF8A824D51F7}" destId="{B1434BB8-C5C7-4999-8C1A-62C35E5BD210}" srcOrd="3" destOrd="0" parTransId="{77A31E4B-A728-49F8-888A-5E5D2715E9C9}" sibTransId="{FCA81DD9-8DCF-4479-BA5E-33059BAF20DA}"/>
    <dgm:cxn modelId="{92B1675A-9347-4460-8307-08983685501E}" srcId="{CF7F05DD-E414-43A5-AEA4-4E4CA8F455AA}" destId="{A19721CA-84EC-4A92-BFE2-FCAF4C61A154}" srcOrd="1" destOrd="0" parTransId="{B7C61A06-C01B-4636-966E-259D6C44E458}" sibTransId="{0EAA062C-F358-4ABD-8D14-17C48884A6D6}"/>
    <dgm:cxn modelId="{147A0881-7185-4C18-ADDA-7694A91CF2D8}" type="presOf" srcId="{16D13727-838C-43E0-973D-837F274C8DED}" destId="{71A591A4-BDCD-476A-BF58-303FB63FDEAF}" srcOrd="0" destOrd="0" presId="urn:microsoft.com/office/officeart/2005/8/layout/vList2"/>
    <dgm:cxn modelId="{6BF88181-B7F0-47C4-9088-7C01FA667EC4}" srcId="{B7B9A188-B54B-4F01-967B-CF8A824D51F7}" destId="{CF7F05DD-E414-43A5-AEA4-4E4CA8F455AA}" srcOrd="1" destOrd="0" parTransId="{90577DEB-FE7F-471C-AC80-D79054933AA3}" sibTransId="{01E039EA-0D91-4322-BC31-0ABE2F73E267}"/>
    <dgm:cxn modelId="{7AD6ED89-ADD3-4B8C-8A8D-0C86E0935A09}" type="presOf" srcId="{9DC2FB2A-676D-4A0A-8BF1-567560857997}" destId="{E3892596-847E-416D-859C-1A7FB6A0C194}" srcOrd="0" destOrd="0" presId="urn:microsoft.com/office/officeart/2005/8/layout/vList2"/>
    <dgm:cxn modelId="{E46E6F8A-C941-4969-93F5-8F8180A573C1}" srcId="{9886FCFD-A7E5-45E7-8939-AEED74A72E0F}" destId="{9DC2FB2A-676D-4A0A-8BF1-567560857997}" srcOrd="0" destOrd="0" parTransId="{CB34F592-BBAB-4665-A7AC-B67BA2A9AF73}" sibTransId="{A213D0C1-F206-48D5-B8C8-5C645A5182FF}"/>
    <dgm:cxn modelId="{C806CF8A-3ED3-4E54-A7B5-CCD296A4FEC1}" type="presOf" srcId="{B7B9A188-B54B-4F01-967B-CF8A824D51F7}" destId="{DE264EDA-8701-477D-B738-DB2F7C5532FF}" srcOrd="0" destOrd="0" presId="urn:microsoft.com/office/officeart/2005/8/layout/vList2"/>
    <dgm:cxn modelId="{2F2FA792-04B3-4B66-89C0-0FEEEC332D17}" srcId="{B7B9A188-B54B-4F01-967B-CF8A824D51F7}" destId="{9886FCFD-A7E5-45E7-8939-AEED74A72E0F}" srcOrd="2" destOrd="0" parTransId="{BC684520-886E-4638-A011-994CE6402C9E}" sibTransId="{148E1170-E88B-4DDB-A562-18F14BFFA8A9}"/>
    <dgm:cxn modelId="{5416DE9C-B040-44A2-94C1-E54F9DA22C3D}" type="presOf" srcId="{85DE9C39-DE02-4D2A-BAD6-CC3728674F7D}" destId="{07473286-E402-4B5A-B971-19B71D0DF9E4}" srcOrd="0" destOrd="0" presId="urn:microsoft.com/office/officeart/2005/8/layout/vList2"/>
    <dgm:cxn modelId="{A48930A3-8CDA-41E9-8D8A-B9BD5D9093B9}" srcId="{36B29AEB-F699-410A-8C4E-7897BBC35251}" destId="{2DADB7B5-A564-4771-BB3E-4F9B1198EDF6}" srcOrd="0" destOrd="0" parTransId="{BDF851F3-5F96-4567-88CF-F23205D92754}" sibTransId="{77258BA5-2E98-4868-8FF8-E0F54FDF2746}"/>
    <dgm:cxn modelId="{6F1DB1B0-0945-49B2-AB0E-9D5AE59186F9}" type="presOf" srcId="{2DADB7B5-A564-4771-BB3E-4F9B1198EDF6}" destId="{7109735E-709F-48BE-BC55-0839E37B36A2}" srcOrd="0" destOrd="0" presId="urn:microsoft.com/office/officeart/2005/8/layout/vList2"/>
    <dgm:cxn modelId="{656F1CB4-6641-409F-8CBF-D501D42288EB}" srcId="{B1434BB8-C5C7-4999-8C1A-62C35E5BD210}" destId="{16D13727-838C-43E0-973D-837F274C8DED}" srcOrd="0" destOrd="0" parTransId="{20F03E00-8E6D-4975-8C03-3F7F14A121C1}" sibTransId="{5FD61C4E-30C1-445D-A00A-D10704A34AA3}"/>
    <dgm:cxn modelId="{6F1898BE-FECE-4833-9059-80195CAD92C2}" srcId="{85DE9C39-DE02-4D2A-BAD6-CC3728674F7D}" destId="{DE3228E6-9884-4E4B-82E8-6E8E602C092F}" srcOrd="0" destOrd="0" parTransId="{97D17A71-96B1-421B-A0AE-3F04FE6005F4}" sibTransId="{464C5A94-CF4B-4E09-8AD2-E9D541D57172}"/>
    <dgm:cxn modelId="{A4453FBF-5371-4C54-AD12-379BC366276F}" srcId="{B7B9A188-B54B-4F01-967B-CF8A824D51F7}" destId="{36B29AEB-F699-410A-8C4E-7897BBC35251}" srcOrd="5" destOrd="0" parTransId="{B9EB430B-656A-4C5B-B72B-7C3647D30B57}" sibTransId="{8FFDB1CA-CA00-4C39-B2C6-839799C90826}"/>
    <dgm:cxn modelId="{F32DC2D0-DE6E-4994-B34C-32066A09A8B5}" type="presOf" srcId="{CF7F05DD-E414-43A5-AEA4-4E4CA8F455AA}" destId="{DAF7F09F-0763-4E1B-8FEB-0FB851D9BFC9}" srcOrd="0" destOrd="0" presId="urn:microsoft.com/office/officeart/2005/8/layout/vList2"/>
    <dgm:cxn modelId="{858B2ED3-70D4-4147-8CC8-A448C0EF19CF}" srcId="{DE6B34C8-FCE7-4098-A20E-D8C4C2272727}" destId="{7A5BAD54-4AD4-4769-90CB-ABBC59797C64}" srcOrd="0" destOrd="0" parTransId="{A9FB83E6-07D7-4662-BDAF-D1FF236A3E01}" sibTransId="{62756166-96BA-46B7-ACD2-3A112F598072}"/>
    <dgm:cxn modelId="{F90D03D4-53D9-4E60-B738-247D80781CF5}" srcId="{B7B9A188-B54B-4F01-967B-CF8A824D51F7}" destId="{DE6B34C8-FCE7-4098-A20E-D8C4C2272727}" srcOrd="6" destOrd="0" parTransId="{1BEA9C61-A7F6-4DC1-A353-5C52EDF81DAE}" sibTransId="{A6ED2D8E-5F95-4213-9565-816A6BC9308E}"/>
    <dgm:cxn modelId="{3C9D6BE0-D650-4C2C-8723-598740985A97}" srcId="{CF7F05DD-E414-43A5-AEA4-4E4CA8F455AA}" destId="{D34D936B-1E4B-4C4E-ADDD-4FE13CB2CC25}" srcOrd="0" destOrd="0" parTransId="{0AC724A7-E791-4C6E-AA96-E10660D4B4A9}" sibTransId="{12A0DB3E-1471-4567-A3D0-9955A5A29959}"/>
    <dgm:cxn modelId="{4821F9F0-A0CB-472A-8966-82B949100994}" type="presOf" srcId="{7A5BAD54-4AD4-4769-90CB-ABBC59797C64}" destId="{E5066FA7-0DCD-45E4-9C9C-A110ECBFF76E}" srcOrd="0" destOrd="0" presId="urn:microsoft.com/office/officeart/2005/8/layout/vList2"/>
    <dgm:cxn modelId="{8A65EBF4-A2B0-47C9-B671-BF7786409DA1}" type="presOf" srcId="{9886FCFD-A7E5-45E7-8939-AEED74A72E0F}" destId="{06B43510-0773-4C22-A3B5-2046E484311B}" srcOrd="0" destOrd="0" presId="urn:microsoft.com/office/officeart/2005/8/layout/vList2"/>
    <dgm:cxn modelId="{5F61E0F9-6671-4142-9590-76633A5C8406}" type="presOf" srcId="{DE3228E6-9884-4E4B-82E8-6E8E602C092F}" destId="{635DC27B-848E-4BFA-89BD-D9094F8F0659}" srcOrd="0" destOrd="0" presId="urn:microsoft.com/office/officeart/2005/8/layout/vList2"/>
    <dgm:cxn modelId="{93F01EB2-F3CF-41B4-A228-0AA13A3184E1}" type="presParOf" srcId="{DE264EDA-8701-477D-B738-DB2F7C5532FF}" destId="{CC3BFC34-55C8-4E54-A46C-8378B617C1BB}" srcOrd="0" destOrd="0" presId="urn:microsoft.com/office/officeart/2005/8/layout/vList2"/>
    <dgm:cxn modelId="{BDE2A6F7-81E1-45F2-9554-AAB2C14C0783}" type="presParOf" srcId="{DE264EDA-8701-477D-B738-DB2F7C5532FF}" destId="{2B42479B-234C-4902-9696-36CD2FEA2BF2}" srcOrd="1" destOrd="0" presId="urn:microsoft.com/office/officeart/2005/8/layout/vList2"/>
    <dgm:cxn modelId="{05647510-A93B-4ADE-9E74-6328FEDB0706}" type="presParOf" srcId="{DE264EDA-8701-477D-B738-DB2F7C5532FF}" destId="{DAF7F09F-0763-4E1B-8FEB-0FB851D9BFC9}" srcOrd="2" destOrd="0" presId="urn:microsoft.com/office/officeart/2005/8/layout/vList2"/>
    <dgm:cxn modelId="{9F181CA2-4A20-44AE-89E0-2A77D626D9FB}" type="presParOf" srcId="{DE264EDA-8701-477D-B738-DB2F7C5532FF}" destId="{C23A023D-CC91-4003-8186-3C977144C553}" srcOrd="3" destOrd="0" presId="urn:microsoft.com/office/officeart/2005/8/layout/vList2"/>
    <dgm:cxn modelId="{75AA2F64-5D35-4AD1-99C3-144E2B7B0FF4}" type="presParOf" srcId="{DE264EDA-8701-477D-B738-DB2F7C5532FF}" destId="{06B43510-0773-4C22-A3B5-2046E484311B}" srcOrd="4" destOrd="0" presId="urn:microsoft.com/office/officeart/2005/8/layout/vList2"/>
    <dgm:cxn modelId="{B57915C1-8032-42BF-B9DB-68FB76C15758}" type="presParOf" srcId="{DE264EDA-8701-477D-B738-DB2F7C5532FF}" destId="{E3892596-847E-416D-859C-1A7FB6A0C194}" srcOrd="5" destOrd="0" presId="urn:microsoft.com/office/officeart/2005/8/layout/vList2"/>
    <dgm:cxn modelId="{BDF499D3-BDE9-429A-BCAC-6C8A03553BCC}" type="presParOf" srcId="{DE264EDA-8701-477D-B738-DB2F7C5532FF}" destId="{84235191-59DB-45B9-B553-D98F0806653D}" srcOrd="6" destOrd="0" presId="urn:microsoft.com/office/officeart/2005/8/layout/vList2"/>
    <dgm:cxn modelId="{5F76E96F-72D9-495A-B11C-0A8D4D962747}" type="presParOf" srcId="{DE264EDA-8701-477D-B738-DB2F7C5532FF}" destId="{71A591A4-BDCD-476A-BF58-303FB63FDEAF}" srcOrd="7" destOrd="0" presId="urn:microsoft.com/office/officeart/2005/8/layout/vList2"/>
    <dgm:cxn modelId="{DFC32097-1D5C-42A7-9A74-00656281943D}" type="presParOf" srcId="{DE264EDA-8701-477D-B738-DB2F7C5532FF}" destId="{07473286-E402-4B5A-B971-19B71D0DF9E4}" srcOrd="8" destOrd="0" presId="urn:microsoft.com/office/officeart/2005/8/layout/vList2"/>
    <dgm:cxn modelId="{B30D5E58-A975-4EC0-B278-9873F1E38D69}" type="presParOf" srcId="{DE264EDA-8701-477D-B738-DB2F7C5532FF}" destId="{635DC27B-848E-4BFA-89BD-D9094F8F0659}" srcOrd="9" destOrd="0" presId="urn:microsoft.com/office/officeart/2005/8/layout/vList2"/>
    <dgm:cxn modelId="{37BC1E88-9CEE-470C-8CD6-B33251EF11C6}" type="presParOf" srcId="{DE264EDA-8701-477D-B738-DB2F7C5532FF}" destId="{779CDF6C-0933-47AF-8C8C-330704A31A68}" srcOrd="10" destOrd="0" presId="urn:microsoft.com/office/officeart/2005/8/layout/vList2"/>
    <dgm:cxn modelId="{F2BA3DD5-EE87-4910-8117-787C7EB5DCF8}" type="presParOf" srcId="{DE264EDA-8701-477D-B738-DB2F7C5532FF}" destId="{7109735E-709F-48BE-BC55-0839E37B36A2}" srcOrd="11" destOrd="0" presId="urn:microsoft.com/office/officeart/2005/8/layout/vList2"/>
    <dgm:cxn modelId="{EE4E4A6B-9FF2-4ECE-BCA2-E23D4B683588}" type="presParOf" srcId="{DE264EDA-8701-477D-B738-DB2F7C5532FF}" destId="{CE680BA3-1B81-410D-9D58-A6F5CF988F73}" srcOrd="12" destOrd="0" presId="urn:microsoft.com/office/officeart/2005/8/layout/vList2"/>
    <dgm:cxn modelId="{F18F8841-0EDC-43C8-9A87-5887B5A29298}" type="presParOf" srcId="{DE264EDA-8701-477D-B738-DB2F7C5532FF}" destId="{E5066FA7-0DCD-45E4-9C9C-A110ECBFF76E}" srcOrd="1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C27E7934-F5CD-4DA7-9E91-914D384D961B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fr-FR"/>
        </a:p>
      </dgm:t>
    </dgm:pt>
    <dgm:pt modelId="{59ACB564-486A-47F6-9BB9-150CA34553BE}">
      <dgm:prSet phldrT="[Texte]"/>
      <dgm:spPr/>
      <dgm:t>
        <a:bodyPr/>
        <a:lstStyle/>
        <a:p>
          <a:r>
            <a:rPr lang="fr-FR" b="1" dirty="0">
              <a:solidFill>
                <a:schemeClr val="tx1"/>
              </a:solidFill>
            </a:rPr>
            <a:t>Architecture scalable</a:t>
          </a:r>
          <a:endParaRPr lang="fr-FR" dirty="0">
            <a:solidFill>
              <a:schemeClr val="tx1"/>
            </a:solidFill>
          </a:endParaRPr>
        </a:p>
      </dgm:t>
    </dgm:pt>
    <dgm:pt modelId="{0A62B081-DD8A-4FE0-9A50-4A543A035FC1}" type="parTrans" cxnId="{403EEAE8-F72E-49FA-AC19-E35A10D63474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D33AE994-35F7-4CA9-A2CC-63374DEEDD97}" type="sibTrans" cxnId="{403EEAE8-F72E-49FA-AC19-E35A10D63474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04E9815A-144E-42E4-AFC2-195C5EFEF606}">
      <dgm:prSet/>
      <dgm:spPr/>
      <dgm:t>
        <a:bodyPr/>
        <a:lstStyle/>
        <a:p>
          <a:r>
            <a:rPr lang="fr-FR" b="1">
              <a:solidFill>
                <a:schemeClr val="tx1"/>
              </a:solidFill>
            </a:rPr>
            <a:t>Traitement distribué</a:t>
          </a:r>
          <a:endParaRPr lang="fr-FR" dirty="0">
            <a:solidFill>
              <a:schemeClr val="tx1"/>
            </a:solidFill>
          </a:endParaRPr>
        </a:p>
      </dgm:t>
    </dgm:pt>
    <dgm:pt modelId="{A55A8E60-0CB0-4591-82B9-7F70B4EA59DD}" type="parTrans" cxnId="{8CDFCFEC-3B39-4886-8512-396AFDD11A17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D632B9A5-BB57-46F9-900A-09503EECD0F2}" type="sibTrans" cxnId="{8CDFCFEC-3B39-4886-8512-396AFDD11A17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2BF4C32C-7DFD-42D3-9E4F-F86F218D48CE}">
      <dgm:prSet/>
      <dgm:spPr/>
      <dgm:t>
        <a:bodyPr/>
        <a:lstStyle/>
        <a:p>
          <a:r>
            <a:rPr lang="fr-FR" b="1">
              <a:solidFill>
                <a:schemeClr val="tx1"/>
              </a:solidFill>
            </a:rPr>
            <a:t>Séparation du stockage (S3) et du calcul (EMR)</a:t>
          </a:r>
          <a:endParaRPr lang="fr-FR" dirty="0">
            <a:solidFill>
              <a:schemeClr val="tx1"/>
            </a:solidFill>
          </a:endParaRPr>
        </a:p>
      </dgm:t>
    </dgm:pt>
    <dgm:pt modelId="{C8D644B0-65C4-4144-84BE-ED2625909D8B}" type="parTrans" cxnId="{9905C051-593B-4B99-8B49-E6C8ADDC1EB3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ED9A08E9-ED80-4330-BD32-C77263D8FC8C}" type="sibTrans" cxnId="{9905C051-593B-4B99-8B49-E6C8ADDC1EB3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8EB3083D-18D9-409B-A68A-BFBB5A9773E3}">
      <dgm:prSet phldrT="[Texte]"/>
      <dgm:spPr/>
      <dgm:t>
        <a:bodyPr/>
        <a:lstStyle/>
        <a:p>
          <a:r>
            <a:rPr lang="fr-FR" b="1">
              <a:solidFill>
                <a:schemeClr val="tx1"/>
              </a:solidFill>
            </a:rPr>
            <a:t>Amazon EMR</a:t>
          </a:r>
          <a:endParaRPr lang="fr-FR" dirty="0">
            <a:solidFill>
              <a:schemeClr val="tx1"/>
            </a:solidFill>
          </a:endParaRPr>
        </a:p>
      </dgm:t>
    </dgm:pt>
    <dgm:pt modelId="{8920CF98-C771-4C3B-8278-4E507B9D29FB}" type="parTrans" cxnId="{73F92F37-C098-40A2-87E4-1588427DD3DA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3E64E073-6428-400C-A87B-7599AA69B26D}" type="sibTrans" cxnId="{73F92F37-C098-40A2-87E4-1588427DD3DA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467A8481-E13D-4008-A6B8-118C0BF7C135}">
      <dgm:prSet phldrT="[Texte]"/>
      <dgm:spPr/>
      <dgm:t>
        <a:bodyPr/>
        <a:lstStyle/>
        <a:p>
          <a:r>
            <a:rPr lang="fr-FR" b="1">
              <a:solidFill>
                <a:schemeClr val="tx1"/>
              </a:solidFill>
            </a:rPr>
            <a:t>Spark</a:t>
          </a:r>
          <a:endParaRPr lang="fr-FR" dirty="0">
            <a:solidFill>
              <a:schemeClr val="tx1"/>
            </a:solidFill>
          </a:endParaRPr>
        </a:p>
      </dgm:t>
    </dgm:pt>
    <dgm:pt modelId="{5EFA9E1C-C8D7-43E0-8833-0A5E530D85B3}" type="parTrans" cxnId="{3A2C7258-AD46-44C5-B787-0F2416C99AC4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0391D39F-A97F-44A5-A198-2DE6CB44164B}" type="sibTrans" cxnId="{3A2C7258-AD46-44C5-B787-0F2416C99AC4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60DBBF16-797C-40FA-B6F2-BF8CC06ADF03}">
      <dgm:prSet/>
      <dgm:spPr/>
      <dgm:t>
        <a:bodyPr/>
        <a:lstStyle/>
        <a:p>
          <a:r>
            <a:rPr lang="fr-FR" b="1" dirty="0">
              <a:solidFill>
                <a:schemeClr val="tx1"/>
              </a:solidFill>
            </a:rPr>
            <a:t>gérer un grand volume d'images </a:t>
          </a:r>
          <a:endParaRPr lang="fr-FR" dirty="0">
            <a:solidFill>
              <a:schemeClr val="tx1"/>
            </a:solidFill>
          </a:endParaRPr>
        </a:p>
      </dgm:t>
    </dgm:pt>
    <dgm:pt modelId="{7FA60865-094D-4831-B201-1674FE8A5B79}" type="parTrans" cxnId="{181665DC-70BB-43BC-BC14-60FAA88D5B51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B2908AA4-EA8E-4897-8AD4-3494E693DFC8}" type="sibTrans" cxnId="{181665DC-70BB-43BC-BC14-60FAA88D5B51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3B0FF3FA-85E1-43C1-9B14-C98192EEB06A}">
      <dgm:prSet/>
      <dgm:spPr/>
      <dgm:t>
        <a:bodyPr/>
        <a:lstStyle/>
        <a:p>
          <a:r>
            <a:rPr lang="fr-FR" b="1">
              <a:solidFill>
                <a:schemeClr val="tx1"/>
              </a:solidFill>
            </a:rPr>
            <a:t>Flexibilité</a:t>
          </a:r>
          <a:endParaRPr lang="fr-FR" dirty="0">
            <a:solidFill>
              <a:schemeClr val="tx1"/>
            </a:solidFill>
          </a:endParaRPr>
        </a:p>
      </dgm:t>
    </dgm:pt>
    <dgm:pt modelId="{C3F95384-BEC9-4626-873E-0BF2671E5674}" type="parTrans" cxnId="{8BAB16AE-7AE3-4913-8388-BEA32AC8796A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E01E2CBA-5D2A-4E22-9976-AF6662450758}" type="sibTrans" cxnId="{8BAB16AE-7AE3-4913-8388-BEA32AC8796A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4A8B9BB4-187A-4A4F-96BE-1134FCF21A46}">
      <dgm:prSet/>
      <dgm:spPr/>
      <dgm:t>
        <a:bodyPr/>
        <a:lstStyle/>
        <a:p>
          <a:r>
            <a:rPr lang="fr-FR" b="1">
              <a:solidFill>
                <a:schemeClr val="tx1"/>
              </a:solidFill>
            </a:rPr>
            <a:t>Optimisation des performances</a:t>
          </a:r>
          <a:endParaRPr lang="fr-FR" dirty="0">
            <a:solidFill>
              <a:schemeClr val="tx1"/>
            </a:solidFill>
          </a:endParaRPr>
        </a:p>
      </dgm:t>
    </dgm:pt>
    <dgm:pt modelId="{F4C8AB55-506F-4E88-A990-604144B0F62C}" type="parTrans" cxnId="{10C318E8-A7F9-4490-8EC7-C9495FDFD761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550CA550-D49D-4D03-A2FC-1956D5D4BC75}" type="sibTrans" cxnId="{10C318E8-A7F9-4490-8EC7-C9495FDFD761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CC50B5CD-22C7-4075-9F2F-4280F552322F}">
      <dgm:prSet/>
      <dgm:spPr/>
      <dgm:t>
        <a:bodyPr/>
        <a:lstStyle/>
        <a:p>
          <a:r>
            <a:rPr lang="fr-FR" b="1">
              <a:solidFill>
                <a:schemeClr val="tx1"/>
              </a:solidFill>
            </a:rPr>
            <a:t>Broadcast</a:t>
          </a:r>
          <a:endParaRPr lang="fr-FR" dirty="0">
            <a:solidFill>
              <a:schemeClr val="tx1"/>
            </a:solidFill>
          </a:endParaRPr>
        </a:p>
      </dgm:t>
    </dgm:pt>
    <dgm:pt modelId="{AC88DCCB-42E2-457C-9929-B97C830200C8}" type="parTrans" cxnId="{756569BB-6D00-4A95-990D-2D1309173FEC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09EF65B6-28DA-4F60-B41E-2AA29DF25FE5}" type="sibTrans" cxnId="{756569BB-6D00-4A95-990D-2D1309173FEC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31927D37-9884-417F-9D96-4C6BF352F368}">
      <dgm:prSet/>
      <dgm:spPr/>
      <dgm:t>
        <a:bodyPr/>
        <a:lstStyle/>
        <a:p>
          <a:r>
            <a:rPr lang="fr-FR" b="1" dirty="0">
              <a:solidFill>
                <a:schemeClr val="tx1"/>
              </a:solidFill>
            </a:rPr>
            <a:t>Réduction de la taille des données avec la PCA.</a:t>
          </a:r>
          <a:endParaRPr lang="fr-FR" dirty="0">
            <a:solidFill>
              <a:schemeClr val="tx1"/>
            </a:solidFill>
          </a:endParaRPr>
        </a:p>
      </dgm:t>
    </dgm:pt>
    <dgm:pt modelId="{39976729-9B86-4B1D-A5B2-599A7736D907}" type="parTrans" cxnId="{EC8FEF17-34FC-448B-88BA-E0392379B499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D36265FA-A842-4E29-9B83-55E702C022FC}" type="sibTrans" cxnId="{EC8FEF17-34FC-448B-88BA-E0392379B499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D711978E-9F61-41EC-B60F-AB4570305688}" type="pres">
      <dgm:prSet presAssocID="{C27E7934-F5CD-4DA7-9E91-914D384D961B}" presName="linear" presStyleCnt="0">
        <dgm:presLayoutVars>
          <dgm:dir/>
          <dgm:animLvl val="lvl"/>
          <dgm:resizeHandles val="exact"/>
        </dgm:presLayoutVars>
      </dgm:prSet>
      <dgm:spPr/>
    </dgm:pt>
    <dgm:pt modelId="{20E3045F-163B-42D4-ADE0-2260B09F17DE}" type="pres">
      <dgm:prSet presAssocID="{59ACB564-486A-47F6-9BB9-150CA34553BE}" presName="parentLin" presStyleCnt="0"/>
      <dgm:spPr/>
    </dgm:pt>
    <dgm:pt modelId="{DF50C8F2-842B-4868-8738-2903413831A2}" type="pres">
      <dgm:prSet presAssocID="{59ACB564-486A-47F6-9BB9-150CA34553BE}" presName="parentLeftMargin" presStyleLbl="node1" presStyleIdx="0" presStyleCnt="4"/>
      <dgm:spPr/>
    </dgm:pt>
    <dgm:pt modelId="{C6C2E751-2125-4FE0-A13C-B394D59F2584}" type="pres">
      <dgm:prSet presAssocID="{59ACB564-486A-47F6-9BB9-150CA34553B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BB9E502-BA41-4F65-BD04-F08B99C60E1C}" type="pres">
      <dgm:prSet presAssocID="{59ACB564-486A-47F6-9BB9-150CA34553BE}" presName="negativeSpace" presStyleCnt="0"/>
      <dgm:spPr/>
    </dgm:pt>
    <dgm:pt modelId="{0253CFC3-5F49-475E-A651-BA06F9F9F9CE}" type="pres">
      <dgm:prSet presAssocID="{59ACB564-486A-47F6-9BB9-150CA34553BE}" presName="childText" presStyleLbl="conFgAcc1" presStyleIdx="0" presStyleCnt="4">
        <dgm:presLayoutVars>
          <dgm:bulletEnabled val="1"/>
        </dgm:presLayoutVars>
      </dgm:prSet>
      <dgm:spPr/>
    </dgm:pt>
    <dgm:pt modelId="{75658077-F4C9-4835-B000-5D1B47E4CB16}" type="pres">
      <dgm:prSet presAssocID="{D33AE994-35F7-4CA9-A2CC-63374DEEDD97}" presName="spaceBetweenRectangles" presStyleCnt="0"/>
      <dgm:spPr/>
    </dgm:pt>
    <dgm:pt modelId="{73BDAB08-787F-4EFF-BE81-CB3724EB3816}" type="pres">
      <dgm:prSet presAssocID="{04E9815A-144E-42E4-AFC2-195C5EFEF606}" presName="parentLin" presStyleCnt="0"/>
      <dgm:spPr/>
    </dgm:pt>
    <dgm:pt modelId="{74D8E739-81D7-4A6D-A2F3-7C6B9612D40D}" type="pres">
      <dgm:prSet presAssocID="{04E9815A-144E-42E4-AFC2-195C5EFEF606}" presName="parentLeftMargin" presStyleLbl="node1" presStyleIdx="0" presStyleCnt="4"/>
      <dgm:spPr/>
    </dgm:pt>
    <dgm:pt modelId="{06A6E24D-2E18-4DE5-B01B-ED40FA2260D2}" type="pres">
      <dgm:prSet presAssocID="{04E9815A-144E-42E4-AFC2-195C5EFEF60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F4D8C55-FCC6-4E8A-BD6C-E69737CCD500}" type="pres">
      <dgm:prSet presAssocID="{04E9815A-144E-42E4-AFC2-195C5EFEF606}" presName="negativeSpace" presStyleCnt="0"/>
      <dgm:spPr/>
    </dgm:pt>
    <dgm:pt modelId="{C0EC714D-205E-4A27-8C6F-ED17CFA088FA}" type="pres">
      <dgm:prSet presAssocID="{04E9815A-144E-42E4-AFC2-195C5EFEF606}" presName="childText" presStyleLbl="conFgAcc1" presStyleIdx="1" presStyleCnt="4">
        <dgm:presLayoutVars>
          <dgm:bulletEnabled val="1"/>
        </dgm:presLayoutVars>
      </dgm:prSet>
      <dgm:spPr/>
    </dgm:pt>
    <dgm:pt modelId="{367884E0-BA72-4FD9-BC33-12F48EEC92A4}" type="pres">
      <dgm:prSet presAssocID="{D632B9A5-BB57-46F9-900A-09503EECD0F2}" presName="spaceBetweenRectangles" presStyleCnt="0"/>
      <dgm:spPr/>
    </dgm:pt>
    <dgm:pt modelId="{C55ABE57-E6A0-49A1-8350-FA46E37E9A46}" type="pres">
      <dgm:prSet presAssocID="{3B0FF3FA-85E1-43C1-9B14-C98192EEB06A}" presName="parentLin" presStyleCnt="0"/>
      <dgm:spPr/>
    </dgm:pt>
    <dgm:pt modelId="{A3CB5670-B336-4E1D-BE2C-E0084C9FEE35}" type="pres">
      <dgm:prSet presAssocID="{3B0FF3FA-85E1-43C1-9B14-C98192EEB06A}" presName="parentLeftMargin" presStyleLbl="node1" presStyleIdx="1" presStyleCnt="4"/>
      <dgm:spPr/>
    </dgm:pt>
    <dgm:pt modelId="{3DC7AD17-1BE3-4343-A4E1-7F27D72F5FFD}" type="pres">
      <dgm:prSet presAssocID="{3B0FF3FA-85E1-43C1-9B14-C98192EEB06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4E2ED87-BB71-45B4-B387-AD8923158B34}" type="pres">
      <dgm:prSet presAssocID="{3B0FF3FA-85E1-43C1-9B14-C98192EEB06A}" presName="negativeSpace" presStyleCnt="0"/>
      <dgm:spPr/>
    </dgm:pt>
    <dgm:pt modelId="{3901E464-4A33-4D44-BC9B-8A940082EACB}" type="pres">
      <dgm:prSet presAssocID="{3B0FF3FA-85E1-43C1-9B14-C98192EEB06A}" presName="childText" presStyleLbl="conFgAcc1" presStyleIdx="2" presStyleCnt="4">
        <dgm:presLayoutVars>
          <dgm:bulletEnabled val="1"/>
        </dgm:presLayoutVars>
      </dgm:prSet>
      <dgm:spPr/>
    </dgm:pt>
    <dgm:pt modelId="{AA1AE736-35AB-4DF0-ACFE-8F986D2FF6E8}" type="pres">
      <dgm:prSet presAssocID="{E01E2CBA-5D2A-4E22-9976-AF6662450758}" presName="spaceBetweenRectangles" presStyleCnt="0"/>
      <dgm:spPr/>
    </dgm:pt>
    <dgm:pt modelId="{4F3867B5-91B5-4E9D-B6BA-87E2C42BEBFC}" type="pres">
      <dgm:prSet presAssocID="{4A8B9BB4-187A-4A4F-96BE-1134FCF21A46}" presName="parentLin" presStyleCnt="0"/>
      <dgm:spPr/>
    </dgm:pt>
    <dgm:pt modelId="{C5A1DD04-161E-4614-88BD-0CE39710F3CB}" type="pres">
      <dgm:prSet presAssocID="{4A8B9BB4-187A-4A4F-96BE-1134FCF21A46}" presName="parentLeftMargin" presStyleLbl="node1" presStyleIdx="2" presStyleCnt="4"/>
      <dgm:spPr/>
    </dgm:pt>
    <dgm:pt modelId="{7B885DB5-24F8-4C0C-B7A9-6741965FC63A}" type="pres">
      <dgm:prSet presAssocID="{4A8B9BB4-187A-4A4F-96BE-1134FCF21A46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82A536B-67E3-4AEA-A071-BFB8EB76D87E}" type="pres">
      <dgm:prSet presAssocID="{4A8B9BB4-187A-4A4F-96BE-1134FCF21A46}" presName="negativeSpace" presStyleCnt="0"/>
      <dgm:spPr/>
    </dgm:pt>
    <dgm:pt modelId="{E4063A27-C013-449F-9A8C-3F5CCCDC0087}" type="pres">
      <dgm:prSet presAssocID="{4A8B9BB4-187A-4A4F-96BE-1134FCF21A46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13B95E05-075C-4B00-ABEB-C3A7374D244A}" type="presOf" srcId="{4A8B9BB4-187A-4A4F-96BE-1134FCF21A46}" destId="{7B885DB5-24F8-4C0C-B7A9-6741965FC63A}" srcOrd="1" destOrd="0" presId="urn:microsoft.com/office/officeart/2005/8/layout/list1"/>
    <dgm:cxn modelId="{9875FE05-DD09-4E43-9D65-20770822CCB0}" type="presOf" srcId="{467A8481-E13D-4008-A6B8-118C0BF7C135}" destId="{0253CFC3-5F49-475E-A651-BA06F9F9F9CE}" srcOrd="0" destOrd="1" presId="urn:microsoft.com/office/officeart/2005/8/layout/list1"/>
    <dgm:cxn modelId="{62E01C13-50CD-4610-9F00-E7420E5B46A4}" type="presOf" srcId="{59ACB564-486A-47F6-9BB9-150CA34553BE}" destId="{C6C2E751-2125-4FE0-A13C-B394D59F2584}" srcOrd="1" destOrd="0" presId="urn:microsoft.com/office/officeart/2005/8/layout/list1"/>
    <dgm:cxn modelId="{10D29113-43F1-4291-B975-75665B55D341}" type="presOf" srcId="{8EB3083D-18D9-409B-A68A-BFBB5A9773E3}" destId="{0253CFC3-5F49-475E-A651-BA06F9F9F9CE}" srcOrd="0" destOrd="0" presId="urn:microsoft.com/office/officeart/2005/8/layout/list1"/>
    <dgm:cxn modelId="{EC8FEF17-34FC-448B-88BA-E0392379B499}" srcId="{4A8B9BB4-187A-4A4F-96BE-1134FCF21A46}" destId="{31927D37-9884-417F-9D96-4C6BF352F368}" srcOrd="1" destOrd="0" parTransId="{39976729-9B86-4B1D-A5B2-599A7736D907}" sibTransId="{D36265FA-A842-4E29-9B83-55E702C022FC}"/>
    <dgm:cxn modelId="{7A0FFD17-1286-4AB0-8809-9DA7D9E43578}" type="presOf" srcId="{3B0FF3FA-85E1-43C1-9B14-C98192EEB06A}" destId="{3DC7AD17-1BE3-4343-A4E1-7F27D72F5FFD}" srcOrd="1" destOrd="0" presId="urn:microsoft.com/office/officeart/2005/8/layout/list1"/>
    <dgm:cxn modelId="{6D861A2A-BB5A-45BE-AFC1-4FE07F4C1259}" type="presOf" srcId="{59ACB564-486A-47F6-9BB9-150CA34553BE}" destId="{DF50C8F2-842B-4868-8738-2903413831A2}" srcOrd="0" destOrd="0" presId="urn:microsoft.com/office/officeart/2005/8/layout/list1"/>
    <dgm:cxn modelId="{73F92F37-C098-40A2-87E4-1588427DD3DA}" srcId="{59ACB564-486A-47F6-9BB9-150CA34553BE}" destId="{8EB3083D-18D9-409B-A68A-BFBB5A9773E3}" srcOrd="0" destOrd="0" parTransId="{8920CF98-C771-4C3B-8278-4E507B9D29FB}" sibTransId="{3E64E073-6428-400C-A87B-7599AA69B26D}"/>
    <dgm:cxn modelId="{127F1C60-3220-452C-BE10-934FF441E82E}" type="presOf" srcId="{04E9815A-144E-42E4-AFC2-195C5EFEF606}" destId="{06A6E24D-2E18-4DE5-B01B-ED40FA2260D2}" srcOrd="1" destOrd="0" presId="urn:microsoft.com/office/officeart/2005/8/layout/list1"/>
    <dgm:cxn modelId="{9905C051-593B-4B99-8B49-E6C8ADDC1EB3}" srcId="{3B0FF3FA-85E1-43C1-9B14-C98192EEB06A}" destId="{2BF4C32C-7DFD-42D3-9E4F-F86F218D48CE}" srcOrd="0" destOrd="0" parTransId="{C8D644B0-65C4-4144-84BE-ED2625909D8B}" sibTransId="{ED9A08E9-ED80-4330-BD32-C77263D8FC8C}"/>
    <dgm:cxn modelId="{3A2C7258-AD46-44C5-B787-0F2416C99AC4}" srcId="{59ACB564-486A-47F6-9BB9-150CA34553BE}" destId="{467A8481-E13D-4008-A6B8-118C0BF7C135}" srcOrd="1" destOrd="0" parTransId="{5EFA9E1C-C8D7-43E0-8833-0A5E530D85B3}" sibTransId="{0391D39F-A97F-44A5-A198-2DE6CB44164B}"/>
    <dgm:cxn modelId="{2273827F-69F9-4C23-A090-38E01182D3FF}" type="presOf" srcId="{4A8B9BB4-187A-4A4F-96BE-1134FCF21A46}" destId="{C5A1DD04-161E-4614-88BD-0CE39710F3CB}" srcOrd="0" destOrd="0" presId="urn:microsoft.com/office/officeart/2005/8/layout/list1"/>
    <dgm:cxn modelId="{F89AE486-B924-4E67-8EAD-B706B7530315}" type="presOf" srcId="{04E9815A-144E-42E4-AFC2-195C5EFEF606}" destId="{74D8E739-81D7-4A6D-A2F3-7C6B9612D40D}" srcOrd="0" destOrd="0" presId="urn:microsoft.com/office/officeart/2005/8/layout/list1"/>
    <dgm:cxn modelId="{0C505B9A-39F8-4DF3-8408-17A97EEE250D}" type="presOf" srcId="{CC50B5CD-22C7-4075-9F2F-4280F552322F}" destId="{E4063A27-C013-449F-9A8C-3F5CCCDC0087}" srcOrd="0" destOrd="0" presId="urn:microsoft.com/office/officeart/2005/8/layout/list1"/>
    <dgm:cxn modelId="{310437A2-D6AF-455B-A4FC-7CCBDB80986B}" type="presOf" srcId="{2BF4C32C-7DFD-42D3-9E4F-F86F218D48CE}" destId="{3901E464-4A33-4D44-BC9B-8A940082EACB}" srcOrd="0" destOrd="0" presId="urn:microsoft.com/office/officeart/2005/8/layout/list1"/>
    <dgm:cxn modelId="{8BAB16AE-7AE3-4913-8388-BEA32AC8796A}" srcId="{C27E7934-F5CD-4DA7-9E91-914D384D961B}" destId="{3B0FF3FA-85E1-43C1-9B14-C98192EEB06A}" srcOrd="2" destOrd="0" parTransId="{C3F95384-BEC9-4626-873E-0BF2671E5674}" sibTransId="{E01E2CBA-5D2A-4E22-9976-AF6662450758}"/>
    <dgm:cxn modelId="{756569BB-6D00-4A95-990D-2D1309173FEC}" srcId="{4A8B9BB4-187A-4A4F-96BE-1134FCF21A46}" destId="{CC50B5CD-22C7-4075-9F2F-4280F552322F}" srcOrd="0" destOrd="0" parTransId="{AC88DCCB-42E2-457C-9929-B97C830200C8}" sibTransId="{09EF65B6-28DA-4F60-B41E-2AA29DF25FE5}"/>
    <dgm:cxn modelId="{BBBB7BBE-22AB-479A-BEE5-D370852488ED}" type="presOf" srcId="{60DBBF16-797C-40FA-B6F2-BF8CC06ADF03}" destId="{C0EC714D-205E-4A27-8C6F-ED17CFA088FA}" srcOrd="0" destOrd="0" presId="urn:microsoft.com/office/officeart/2005/8/layout/list1"/>
    <dgm:cxn modelId="{A058E9C8-5741-4FD6-9399-1E76A7166686}" type="presOf" srcId="{C27E7934-F5CD-4DA7-9E91-914D384D961B}" destId="{D711978E-9F61-41EC-B60F-AB4570305688}" srcOrd="0" destOrd="0" presId="urn:microsoft.com/office/officeart/2005/8/layout/list1"/>
    <dgm:cxn modelId="{181665DC-70BB-43BC-BC14-60FAA88D5B51}" srcId="{04E9815A-144E-42E4-AFC2-195C5EFEF606}" destId="{60DBBF16-797C-40FA-B6F2-BF8CC06ADF03}" srcOrd="0" destOrd="0" parTransId="{7FA60865-094D-4831-B201-1674FE8A5B79}" sibTransId="{B2908AA4-EA8E-4897-8AD4-3494E693DFC8}"/>
    <dgm:cxn modelId="{E7EFEFE1-F018-40D5-8E95-5F12A7F43FD8}" type="presOf" srcId="{31927D37-9884-417F-9D96-4C6BF352F368}" destId="{E4063A27-C013-449F-9A8C-3F5CCCDC0087}" srcOrd="0" destOrd="1" presId="urn:microsoft.com/office/officeart/2005/8/layout/list1"/>
    <dgm:cxn modelId="{10C318E8-A7F9-4490-8EC7-C9495FDFD761}" srcId="{C27E7934-F5CD-4DA7-9E91-914D384D961B}" destId="{4A8B9BB4-187A-4A4F-96BE-1134FCF21A46}" srcOrd="3" destOrd="0" parTransId="{F4C8AB55-506F-4E88-A990-604144B0F62C}" sibTransId="{550CA550-D49D-4D03-A2FC-1956D5D4BC75}"/>
    <dgm:cxn modelId="{403EEAE8-F72E-49FA-AC19-E35A10D63474}" srcId="{C27E7934-F5CD-4DA7-9E91-914D384D961B}" destId="{59ACB564-486A-47F6-9BB9-150CA34553BE}" srcOrd="0" destOrd="0" parTransId="{0A62B081-DD8A-4FE0-9A50-4A543A035FC1}" sibTransId="{D33AE994-35F7-4CA9-A2CC-63374DEEDD97}"/>
    <dgm:cxn modelId="{8CDFCFEC-3B39-4886-8512-396AFDD11A17}" srcId="{C27E7934-F5CD-4DA7-9E91-914D384D961B}" destId="{04E9815A-144E-42E4-AFC2-195C5EFEF606}" srcOrd="1" destOrd="0" parTransId="{A55A8E60-0CB0-4591-82B9-7F70B4EA59DD}" sibTransId="{D632B9A5-BB57-46F9-900A-09503EECD0F2}"/>
    <dgm:cxn modelId="{3EBA08FE-6950-4075-8973-6A4B3800B28A}" type="presOf" srcId="{3B0FF3FA-85E1-43C1-9B14-C98192EEB06A}" destId="{A3CB5670-B336-4E1D-BE2C-E0084C9FEE35}" srcOrd="0" destOrd="0" presId="urn:microsoft.com/office/officeart/2005/8/layout/list1"/>
    <dgm:cxn modelId="{AFF2F696-71CA-4B4C-B9DA-AAE8A380FFB2}" type="presParOf" srcId="{D711978E-9F61-41EC-B60F-AB4570305688}" destId="{20E3045F-163B-42D4-ADE0-2260B09F17DE}" srcOrd="0" destOrd="0" presId="urn:microsoft.com/office/officeart/2005/8/layout/list1"/>
    <dgm:cxn modelId="{28724BB0-DF9C-48C2-BA18-AC152680B5E0}" type="presParOf" srcId="{20E3045F-163B-42D4-ADE0-2260B09F17DE}" destId="{DF50C8F2-842B-4868-8738-2903413831A2}" srcOrd="0" destOrd="0" presId="urn:microsoft.com/office/officeart/2005/8/layout/list1"/>
    <dgm:cxn modelId="{0C81D9BB-F2D6-4DBB-8C36-6992165A189F}" type="presParOf" srcId="{20E3045F-163B-42D4-ADE0-2260B09F17DE}" destId="{C6C2E751-2125-4FE0-A13C-B394D59F2584}" srcOrd="1" destOrd="0" presId="urn:microsoft.com/office/officeart/2005/8/layout/list1"/>
    <dgm:cxn modelId="{20E4A58E-E391-4191-8E4D-EBB58260D1F1}" type="presParOf" srcId="{D711978E-9F61-41EC-B60F-AB4570305688}" destId="{DBB9E502-BA41-4F65-BD04-F08B99C60E1C}" srcOrd="1" destOrd="0" presId="urn:microsoft.com/office/officeart/2005/8/layout/list1"/>
    <dgm:cxn modelId="{C317BE9F-4766-40B4-9714-610EFA87F9F4}" type="presParOf" srcId="{D711978E-9F61-41EC-B60F-AB4570305688}" destId="{0253CFC3-5F49-475E-A651-BA06F9F9F9CE}" srcOrd="2" destOrd="0" presId="urn:microsoft.com/office/officeart/2005/8/layout/list1"/>
    <dgm:cxn modelId="{A9AA06D2-A01C-4BFF-87F5-35B90E6645CE}" type="presParOf" srcId="{D711978E-9F61-41EC-B60F-AB4570305688}" destId="{75658077-F4C9-4835-B000-5D1B47E4CB16}" srcOrd="3" destOrd="0" presId="urn:microsoft.com/office/officeart/2005/8/layout/list1"/>
    <dgm:cxn modelId="{6A77FB03-845B-4020-99F9-8A33BE808B4E}" type="presParOf" srcId="{D711978E-9F61-41EC-B60F-AB4570305688}" destId="{73BDAB08-787F-4EFF-BE81-CB3724EB3816}" srcOrd="4" destOrd="0" presId="urn:microsoft.com/office/officeart/2005/8/layout/list1"/>
    <dgm:cxn modelId="{F0B5A2BE-8E0E-4904-817C-81DEA3073456}" type="presParOf" srcId="{73BDAB08-787F-4EFF-BE81-CB3724EB3816}" destId="{74D8E739-81D7-4A6D-A2F3-7C6B9612D40D}" srcOrd="0" destOrd="0" presId="urn:microsoft.com/office/officeart/2005/8/layout/list1"/>
    <dgm:cxn modelId="{1F56187D-28A9-436B-BF68-993EA07C2983}" type="presParOf" srcId="{73BDAB08-787F-4EFF-BE81-CB3724EB3816}" destId="{06A6E24D-2E18-4DE5-B01B-ED40FA2260D2}" srcOrd="1" destOrd="0" presId="urn:microsoft.com/office/officeart/2005/8/layout/list1"/>
    <dgm:cxn modelId="{3ECCFEB8-3AD7-4BF8-9F14-7BADEBEAFB2B}" type="presParOf" srcId="{D711978E-9F61-41EC-B60F-AB4570305688}" destId="{4F4D8C55-FCC6-4E8A-BD6C-E69737CCD500}" srcOrd="5" destOrd="0" presId="urn:microsoft.com/office/officeart/2005/8/layout/list1"/>
    <dgm:cxn modelId="{2F207187-4FE4-44DE-9A7B-0E2CD4502B4C}" type="presParOf" srcId="{D711978E-9F61-41EC-B60F-AB4570305688}" destId="{C0EC714D-205E-4A27-8C6F-ED17CFA088FA}" srcOrd="6" destOrd="0" presId="urn:microsoft.com/office/officeart/2005/8/layout/list1"/>
    <dgm:cxn modelId="{76863647-6BA9-4022-A09B-F1CE3872D0CC}" type="presParOf" srcId="{D711978E-9F61-41EC-B60F-AB4570305688}" destId="{367884E0-BA72-4FD9-BC33-12F48EEC92A4}" srcOrd="7" destOrd="0" presId="urn:microsoft.com/office/officeart/2005/8/layout/list1"/>
    <dgm:cxn modelId="{A4FEF5AD-CB2A-4591-A95C-CA7751D4914F}" type="presParOf" srcId="{D711978E-9F61-41EC-B60F-AB4570305688}" destId="{C55ABE57-E6A0-49A1-8350-FA46E37E9A46}" srcOrd="8" destOrd="0" presId="urn:microsoft.com/office/officeart/2005/8/layout/list1"/>
    <dgm:cxn modelId="{615EB359-1D1D-4B61-94CE-9ED43B2B49CC}" type="presParOf" srcId="{C55ABE57-E6A0-49A1-8350-FA46E37E9A46}" destId="{A3CB5670-B336-4E1D-BE2C-E0084C9FEE35}" srcOrd="0" destOrd="0" presId="urn:microsoft.com/office/officeart/2005/8/layout/list1"/>
    <dgm:cxn modelId="{FDAD5B4D-9879-4477-BA0F-B5085A5BEE2F}" type="presParOf" srcId="{C55ABE57-E6A0-49A1-8350-FA46E37E9A46}" destId="{3DC7AD17-1BE3-4343-A4E1-7F27D72F5FFD}" srcOrd="1" destOrd="0" presId="urn:microsoft.com/office/officeart/2005/8/layout/list1"/>
    <dgm:cxn modelId="{7B8FA4FA-9E36-4C77-8DEC-5C1DCAF0DCF6}" type="presParOf" srcId="{D711978E-9F61-41EC-B60F-AB4570305688}" destId="{44E2ED87-BB71-45B4-B387-AD8923158B34}" srcOrd="9" destOrd="0" presId="urn:microsoft.com/office/officeart/2005/8/layout/list1"/>
    <dgm:cxn modelId="{83EAA8B0-91A3-4BF2-981C-15C944836745}" type="presParOf" srcId="{D711978E-9F61-41EC-B60F-AB4570305688}" destId="{3901E464-4A33-4D44-BC9B-8A940082EACB}" srcOrd="10" destOrd="0" presId="urn:microsoft.com/office/officeart/2005/8/layout/list1"/>
    <dgm:cxn modelId="{508CBF23-BE0E-4503-886E-6261AF785DC8}" type="presParOf" srcId="{D711978E-9F61-41EC-B60F-AB4570305688}" destId="{AA1AE736-35AB-4DF0-ACFE-8F986D2FF6E8}" srcOrd="11" destOrd="0" presId="urn:microsoft.com/office/officeart/2005/8/layout/list1"/>
    <dgm:cxn modelId="{ED0C2BB4-305C-4804-B9BA-CC0B2EFF7125}" type="presParOf" srcId="{D711978E-9F61-41EC-B60F-AB4570305688}" destId="{4F3867B5-91B5-4E9D-B6BA-87E2C42BEBFC}" srcOrd="12" destOrd="0" presId="urn:microsoft.com/office/officeart/2005/8/layout/list1"/>
    <dgm:cxn modelId="{78DB39E0-664E-491D-9B46-4B2AE86C147D}" type="presParOf" srcId="{4F3867B5-91B5-4E9D-B6BA-87E2C42BEBFC}" destId="{C5A1DD04-161E-4614-88BD-0CE39710F3CB}" srcOrd="0" destOrd="0" presId="urn:microsoft.com/office/officeart/2005/8/layout/list1"/>
    <dgm:cxn modelId="{AB9E2C63-B84F-4A5D-8918-74E72C853965}" type="presParOf" srcId="{4F3867B5-91B5-4E9D-B6BA-87E2C42BEBFC}" destId="{7B885DB5-24F8-4C0C-B7A9-6741965FC63A}" srcOrd="1" destOrd="0" presId="urn:microsoft.com/office/officeart/2005/8/layout/list1"/>
    <dgm:cxn modelId="{D6E7CF01-1102-484A-BBEA-4E5BAB85D238}" type="presParOf" srcId="{D711978E-9F61-41EC-B60F-AB4570305688}" destId="{882A536B-67E3-4AEA-A071-BFB8EB76D87E}" srcOrd="13" destOrd="0" presId="urn:microsoft.com/office/officeart/2005/8/layout/list1"/>
    <dgm:cxn modelId="{0E662D47-20C3-4902-BC3B-4F77C344B335}" type="presParOf" srcId="{D711978E-9F61-41EC-B60F-AB4570305688}" destId="{E4063A27-C013-449F-9A8C-3F5CCCDC008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A0A8A63-C3C7-46F4-84CD-55A5623FF7FC}" type="doc">
      <dgm:prSet loTypeId="urn:microsoft.com/office/officeart/2005/8/layout/radial4" loCatId="relationship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fr-FR"/>
        </a:p>
      </dgm:t>
    </dgm:pt>
    <dgm:pt modelId="{A6C3C7BF-B30C-4F42-843F-5AAE8A36B80F}">
      <dgm:prSet phldrT="[Texte]"/>
      <dgm:spPr/>
      <dgm:t>
        <a:bodyPr/>
        <a:lstStyle/>
        <a:p>
          <a:r>
            <a:rPr lang="fr-FR" dirty="0">
              <a:solidFill>
                <a:schemeClr val="tx1"/>
              </a:solidFill>
              <a:latin typeface="Aptos" panose="020B0004020202020204" pitchFamily="34" charset="0"/>
            </a:rPr>
            <a:t>→ </a:t>
          </a:r>
          <a:r>
            <a:rPr lang="fr-FR" dirty="0">
              <a:solidFill>
                <a:schemeClr val="tx1"/>
              </a:solidFill>
            </a:rPr>
            <a:t>comparer plusieurs modèles sur un </a:t>
          </a:r>
          <a:r>
            <a:rPr lang="fr-FR" b="1" dirty="0">
              <a:solidFill>
                <a:schemeClr val="tx1"/>
              </a:solidFill>
            </a:rPr>
            <a:t>jeu de test plus réaliste</a:t>
          </a:r>
          <a:endParaRPr lang="fr-FR" dirty="0">
            <a:solidFill>
              <a:schemeClr val="tx1"/>
            </a:solidFill>
          </a:endParaRPr>
        </a:p>
      </dgm:t>
    </dgm:pt>
    <dgm:pt modelId="{18D2B1E6-BC23-46E0-84D4-D006F146DF21}" type="parTrans" cxnId="{16BDDB45-90F4-43FC-B8ED-36F05DD56A8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8192C03B-C684-4705-AD36-997F25AB698B}" type="sibTrans" cxnId="{16BDDB45-90F4-43FC-B8ED-36F05DD56A8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E1459326-AF63-4FA5-9C0E-551B674E5889}">
      <dgm:prSet phldrT="[Texte]"/>
      <dgm:spPr/>
      <dgm:t>
        <a:bodyPr/>
        <a:lstStyle/>
        <a:p>
          <a:r>
            <a:rPr lang="fr-FR" dirty="0">
              <a:solidFill>
                <a:schemeClr val="tx1"/>
              </a:solidFill>
            </a:rPr>
            <a:t>photos clients non standardisées (arrière plan, multiple objets, flou, ombre…)</a:t>
          </a:r>
        </a:p>
      </dgm:t>
    </dgm:pt>
    <dgm:pt modelId="{C5D5F003-C192-4D41-9B1A-F86950AC7B3A}" type="parTrans" cxnId="{39F99D1A-D144-41E9-90D9-84DDF4984C76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35C9118B-30CA-4E56-A798-68DE4E7BEBB0}" type="sibTrans" cxnId="{39F99D1A-D144-41E9-90D9-84DDF4984C76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C0A54449-1FB7-4CDB-860A-E3C1D53520BD}">
      <dgm:prSet phldrT="[Texte]"/>
      <dgm:spPr/>
      <dgm:t>
        <a:bodyPr/>
        <a:lstStyle/>
        <a:p>
          <a:r>
            <a:rPr lang="fr-FR" dirty="0">
              <a:solidFill>
                <a:schemeClr val="tx1"/>
              </a:solidFill>
            </a:rPr>
            <a:t>Jeu de données standardisées proche d’image net</a:t>
          </a:r>
        </a:p>
      </dgm:t>
    </dgm:pt>
    <dgm:pt modelId="{ED76A36F-0192-414F-B478-2B6CB6F244CA}" type="parTrans" cxnId="{14A9915C-F94F-4B0D-843F-0F7B9C874D1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A7BA8E5B-941C-4DE8-8B39-AF52DE32FEA4}" type="sibTrans" cxnId="{14A9915C-F94F-4B0D-843F-0F7B9C874D1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90FAD6A5-DD50-4937-8474-6E68F73AC5D8}">
      <dgm:prSet phldrT="[Texte]"/>
      <dgm:spPr/>
      <dgm:t>
        <a:bodyPr/>
        <a:lstStyle/>
        <a:p>
          <a:r>
            <a:rPr lang="fr-FR" dirty="0">
              <a:solidFill>
                <a:schemeClr val="tx1"/>
              </a:solidFill>
            </a:rPr>
            <a:t>Comparaison d’autres modèles</a:t>
          </a:r>
        </a:p>
      </dgm:t>
    </dgm:pt>
    <dgm:pt modelId="{313B3835-CE8C-4306-9966-C7E2EDBC8946}" type="parTrans" cxnId="{D6737FE2-8485-450A-BB48-067E6FD8A74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C4CEBF68-9884-4DD0-A2DA-9801340A425D}" type="sibTrans" cxnId="{D6737FE2-8485-450A-BB48-067E6FD8A74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2ECEDA86-4482-4A1E-88B6-382DD6CC2ECC}" type="pres">
      <dgm:prSet presAssocID="{AA0A8A63-C3C7-46F4-84CD-55A5623FF7FC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68BC188E-A62D-4D2A-A5EB-A194AEB04BA4}" type="pres">
      <dgm:prSet presAssocID="{A6C3C7BF-B30C-4F42-843F-5AAE8A36B80F}" presName="centerShape" presStyleLbl="node0" presStyleIdx="0" presStyleCnt="1"/>
      <dgm:spPr/>
    </dgm:pt>
    <dgm:pt modelId="{E1170365-7653-4B83-945D-BA27B82B7CA1}" type="pres">
      <dgm:prSet presAssocID="{C5D5F003-C192-4D41-9B1A-F86950AC7B3A}" presName="parTrans" presStyleLbl="bgSibTrans2D1" presStyleIdx="0" presStyleCnt="3"/>
      <dgm:spPr/>
    </dgm:pt>
    <dgm:pt modelId="{26456F1F-5EE9-4F0B-B32D-EC2D74CB7EB1}" type="pres">
      <dgm:prSet presAssocID="{E1459326-AF63-4FA5-9C0E-551B674E5889}" presName="node" presStyleLbl="node1" presStyleIdx="0" presStyleCnt="3">
        <dgm:presLayoutVars>
          <dgm:bulletEnabled val="1"/>
        </dgm:presLayoutVars>
      </dgm:prSet>
      <dgm:spPr/>
    </dgm:pt>
    <dgm:pt modelId="{3DDD00F9-2CDF-4631-97FF-0295428E0E97}" type="pres">
      <dgm:prSet presAssocID="{ED76A36F-0192-414F-B478-2B6CB6F244CA}" presName="parTrans" presStyleLbl="bgSibTrans2D1" presStyleIdx="1" presStyleCnt="3"/>
      <dgm:spPr/>
    </dgm:pt>
    <dgm:pt modelId="{3BC89745-2678-4226-9EAE-6AB9E2C11155}" type="pres">
      <dgm:prSet presAssocID="{C0A54449-1FB7-4CDB-860A-E3C1D53520BD}" presName="node" presStyleLbl="node1" presStyleIdx="1" presStyleCnt="3">
        <dgm:presLayoutVars>
          <dgm:bulletEnabled val="1"/>
        </dgm:presLayoutVars>
      </dgm:prSet>
      <dgm:spPr/>
    </dgm:pt>
    <dgm:pt modelId="{E916A31C-10AC-41DE-8F87-E6561608164B}" type="pres">
      <dgm:prSet presAssocID="{313B3835-CE8C-4306-9966-C7E2EDBC8946}" presName="parTrans" presStyleLbl="bgSibTrans2D1" presStyleIdx="2" presStyleCnt="3"/>
      <dgm:spPr/>
    </dgm:pt>
    <dgm:pt modelId="{3830D937-1A6B-48B7-84A2-BB05043E474D}" type="pres">
      <dgm:prSet presAssocID="{90FAD6A5-DD50-4937-8474-6E68F73AC5D8}" presName="node" presStyleLbl="node1" presStyleIdx="2" presStyleCnt="3">
        <dgm:presLayoutVars>
          <dgm:bulletEnabled val="1"/>
        </dgm:presLayoutVars>
      </dgm:prSet>
      <dgm:spPr/>
    </dgm:pt>
  </dgm:ptLst>
  <dgm:cxnLst>
    <dgm:cxn modelId="{BDEC5E08-E962-4F5D-8354-A90E08FE8AC5}" type="presOf" srcId="{A6C3C7BF-B30C-4F42-843F-5AAE8A36B80F}" destId="{68BC188E-A62D-4D2A-A5EB-A194AEB04BA4}" srcOrd="0" destOrd="0" presId="urn:microsoft.com/office/officeart/2005/8/layout/radial4"/>
    <dgm:cxn modelId="{39F99D1A-D144-41E9-90D9-84DDF4984C76}" srcId="{A6C3C7BF-B30C-4F42-843F-5AAE8A36B80F}" destId="{E1459326-AF63-4FA5-9C0E-551B674E5889}" srcOrd="0" destOrd="0" parTransId="{C5D5F003-C192-4D41-9B1A-F86950AC7B3A}" sibTransId="{35C9118B-30CA-4E56-A798-68DE4E7BEBB0}"/>
    <dgm:cxn modelId="{14A9915C-F94F-4B0D-843F-0F7B9C874D1B}" srcId="{A6C3C7BF-B30C-4F42-843F-5AAE8A36B80F}" destId="{C0A54449-1FB7-4CDB-860A-E3C1D53520BD}" srcOrd="1" destOrd="0" parTransId="{ED76A36F-0192-414F-B478-2B6CB6F244CA}" sibTransId="{A7BA8E5B-941C-4DE8-8B39-AF52DE32FEA4}"/>
    <dgm:cxn modelId="{16BDDB45-90F4-43FC-B8ED-36F05DD56A8B}" srcId="{AA0A8A63-C3C7-46F4-84CD-55A5623FF7FC}" destId="{A6C3C7BF-B30C-4F42-843F-5AAE8A36B80F}" srcOrd="0" destOrd="0" parTransId="{18D2B1E6-BC23-46E0-84D4-D006F146DF21}" sibTransId="{8192C03B-C684-4705-AD36-997F25AB698B}"/>
    <dgm:cxn modelId="{1DE3294C-CF48-48D9-8906-5CD80F33F209}" type="presOf" srcId="{C5D5F003-C192-4D41-9B1A-F86950AC7B3A}" destId="{E1170365-7653-4B83-945D-BA27B82B7CA1}" srcOrd="0" destOrd="0" presId="urn:microsoft.com/office/officeart/2005/8/layout/radial4"/>
    <dgm:cxn modelId="{B266964E-CE5A-4BB8-AB48-376AC35D9AB9}" type="presOf" srcId="{ED76A36F-0192-414F-B478-2B6CB6F244CA}" destId="{3DDD00F9-2CDF-4631-97FF-0295428E0E97}" srcOrd="0" destOrd="0" presId="urn:microsoft.com/office/officeart/2005/8/layout/radial4"/>
    <dgm:cxn modelId="{68B0C37C-731C-482B-9F5C-BF995341C8E2}" type="presOf" srcId="{AA0A8A63-C3C7-46F4-84CD-55A5623FF7FC}" destId="{2ECEDA86-4482-4A1E-88B6-382DD6CC2ECC}" srcOrd="0" destOrd="0" presId="urn:microsoft.com/office/officeart/2005/8/layout/radial4"/>
    <dgm:cxn modelId="{9EF95D84-5767-4120-BEE2-FBE9FBCB6DFD}" type="presOf" srcId="{313B3835-CE8C-4306-9966-C7E2EDBC8946}" destId="{E916A31C-10AC-41DE-8F87-E6561608164B}" srcOrd="0" destOrd="0" presId="urn:microsoft.com/office/officeart/2005/8/layout/radial4"/>
    <dgm:cxn modelId="{0ED1E691-1306-47F1-A5B2-5842B59EF7A6}" type="presOf" srcId="{90FAD6A5-DD50-4937-8474-6E68F73AC5D8}" destId="{3830D937-1A6B-48B7-84A2-BB05043E474D}" srcOrd="0" destOrd="0" presId="urn:microsoft.com/office/officeart/2005/8/layout/radial4"/>
    <dgm:cxn modelId="{943269B6-4FB4-47AD-9C85-5825C1EAADAD}" type="presOf" srcId="{E1459326-AF63-4FA5-9C0E-551B674E5889}" destId="{26456F1F-5EE9-4F0B-B32D-EC2D74CB7EB1}" srcOrd="0" destOrd="0" presId="urn:microsoft.com/office/officeart/2005/8/layout/radial4"/>
    <dgm:cxn modelId="{D0AE64D3-B19E-4667-8DE9-C2949C109111}" type="presOf" srcId="{C0A54449-1FB7-4CDB-860A-E3C1D53520BD}" destId="{3BC89745-2678-4226-9EAE-6AB9E2C11155}" srcOrd="0" destOrd="0" presId="urn:microsoft.com/office/officeart/2005/8/layout/radial4"/>
    <dgm:cxn modelId="{D6737FE2-8485-450A-BB48-067E6FD8A74B}" srcId="{A6C3C7BF-B30C-4F42-843F-5AAE8A36B80F}" destId="{90FAD6A5-DD50-4937-8474-6E68F73AC5D8}" srcOrd="2" destOrd="0" parTransId="{313B3835-CE8C-4306-9966-C7E2EDBC8946}" sibTransId="{C4CEBF68-9884-4DD0-A2DA-9801340A425D}"/>
    <dgm:cxn modelId="{E238F8C4-5198-418F-BD8F-8660FBE7333C}" type="presParOf" srcId="{2ECEDA86-4482-4A1E-88B6-382DD6CC2ECC}" destId="{68BC188E-A62D-4D2A-A5EB-A194AEB04BA4}" srcOrd="0" destOrd="0" presId="urn:microsoft.com/office/officeart/2005/8/layout/radial4"/>
    <dgm:cxn modelId="{1A9E34CB-4610-4623-82BB-A446D880B87C}" type="presParOf" srcId="{2ECEDA86-4482-4A1E-88B6-382DD6CC2ECC}" destId="{E1170365-7653-4B83-945D-BA27B82B7CA1}" srcOrd="1" destOrd="0" presId="urn:microsoft.com/office/officeart/2005/8/layout/radial4"/>
    <dgm:cxn modelId="{A9DB5D50-B665-4B56-A582-82CAD9939083}" type="presParOf" srcId="{2ECEDA86-4482-4A1E-88B6-382DD6CC2ECC}" destId="{26456F1F-5EE9-4F0B-B32D-EC2D74CB7EB1}" srcOrd="2" destOrd="0" presId="urn:microsoft.com/office/officeart/2005/8/layout/radial4"/>
    <dgm:cxn modelId="{130F2F3D-580B-48E3-90E3-C2E6439DBC7F}" type="presParOf" srcId="{2ECEDA86-4482-4A1E-88B6-382DD6CC2ECC}" destId="{3DDD00F9-2CDF-4631-97FF-0295428E0E97}" srcOrd="3" destOrd="0" presId="urn:microsoft.com/office/officeart/2005/8/layout/radial4"/>
    <dgm:cxn modelId="{0A5F6B30-59A2-4CAE-98D0-198B9DFC8CD3}" type="presParOf" srcId="{2ECEDA86-4482-4A1E-88B6-382DD6CC2ECC}" destId="{3BC89745-2678-4226-9EAE-6AB9E2C11155}" srcOrd="4" destOrd="0" presId="urn:microsoft.com/office/officeart/2005/8/layout/radial4"/>
    <dgm:cxn modelId="{6EB207E9-002F-4128-9EFE-C1DABF0D7015}" type="presParOf" srcId="{2ECEDA86-4482-4A1E-88B6-382DD6CC2ECC}" destId="{E916A31C-10AC-41DE-8F87-E6561608164B}" srcOrd="5" destOrd="0" presId="urn:microsoft.com/office/officeart/2005/8/layout/radial4"/>
    <dgm:cxn modelId="{4FA52E78-003C-4ED5-822A-A5C0FB795E1F}" type="presParOf" srcId="{2ECEDA86-4482-4A1E-88B6-382DD6CC2ECC}" destId="{3830D937-1A6B-48B7-84A2-BB05043E474D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3C97A9-A7FD-4776-806C-4F5B7B89D612}">
      <dsp:nvSpPr>
        <dsp:cNvPr id="0" name=""/>
        <dsp:cNvSpPr/>
      </dsp:nvSpPr>
      <dsp:spPr>
        <a:xfrm>
          <a:off x="0" y="2811"/>
          <a:ext cx="107620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2028D4-1FA7-4467-AF04-97BBB13725F5}">
      <dsp:nvSpPr>
        <dsp:cNvPr id="0" name=""/>
        <dsp:cNvSpPr/>
      </dsp:nvSpPr>
      <dsp:spPr>
        <a:xfrm>
          <a:off x="0" y="2811"/>
          <a:ext cx="1223340" cy="5751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 dirty="0"/>
        </a:p>
      </dsp:txBody>
      <dsp:txXfrm>
        <a:off x="0" y="2811"/>
        <a:ext cx="1223340" cy="5751364"/>
      </dsp:txXfrm>
    </dsp:sp>
    <dsp:sp modelId="{E4C12C7E-CD5A-4BFC-93EF-F0FFDC011B8E}">
      <dsp:nvSpPr>
        <dsp:cNvPr id="0" name=""/>
        <dsp:cNvSpPr/>
      </dsp:nvSpPr>
      <dsp:spPr>
        <a:xfrm>
          <a:off x="1315091" y="69929"/>
          <a:ext cx="9445970" cy="1065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u="sng" kern="1200" dirty="0"/>
            <a:t>Contexte</a:t>
          </a:r>
          <a:r>
            <a:rPr lang="fr-FR" sz="1400" b="1" u="none" kern="1200" dirty="0"/>
            <a:t> :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kern="1200" dirty="0"/>
            <a:t>La start-up de l'</a:t>
          </a:r>
          <a:r>
            <a:rPr lang="fr-FR" sz="1400" b="0" kern="1200" dirty="0" err="1"/>
            <a:t>AgriTech</a:t>
          </a:r>
          <a:r>
            <a:rPr lang="fr-FR" sz="1400" b="0" kern="1200" dirty="0"/>
            <a:t>, « </a:t>
          </a:r>
          <a:r>
            <a:rPr lang="fr-FR" sz="1400" b="1" kern="1200" dirty="0"/>
            <a:t>Fruits </a:t>
          </a:r>
          <a:r>
            <a:rPr lang="fr-FR" sz="1400" b="0" kern="1200" dirty="0"/>
            <a:t>» souhaite mettre à disposition du grand public une </a:t>
          </a:r>
          <a:r>
            <a:rPr lang="fr-FR" sz="1400" b="1" kern="1200" dirty="0"/>
            <a:t>application mobile</a:t>
          </a:r>
          <a:r>
            <a:rPr lang="fr-FR" sz="1400" b="0" kern="1200" dirty="0"/>
            <a:t> qui permettrait aux utilisateurs de prendre en photo un fruit et d'obtenir des informations sur ce fruit.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kern="1200" dirty="0"/>
            <a:t>Le développement de l’application mobile permettra de construire une première version de l'architecture </a:t>
          </a:r>
          <a:r>
            <a:rPr lang="fr-FR" sz="1400" b="1" kern="1200" dirty="0"/>
            <a:t>Big Data</a:t>
          </a:r>
          <a:r>
            <a:rPr lang="fr-FR" sz="1400" b="0" kern="1200" dirty="0"/>
            <a:t> nécessaire.</a:t>
          </a:r>
          <a:endParaRPr lang="fr-FR" sz="1400" b="0" u="none" kern="1200" dirty="0"/>
        </a:p>
      </dsp:txBody>
      <dsp:txXfrm>
        <a:off x="1315091" y="69929"/>
        <a:ext cx="9445970" cy="1065296"/>
      </dsp:txXfrm>
    </dsp:sp>
    <dsp:sp modelId="{B77F2C4D-3677-4150-8D11-AEEE7D1313B8}">
      <dsp:nvSpPr>
        <dsp:cNvPr id="0" name=""/>
        <dsp:cNvSpPr/>
      </dsp:nvSpPr>
      <dsp:spPr>
        <a:xfrm>
          <a:off x="1223340" y="1135225"/>
          <a:ext cx="48933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E08BB8-1B02-4177-AC4D-1B31E44F2E8E}">
      <dsp:nvSpPr>
        <dsp:cNvPr id="0" name=""/>
        <dsp:cNvSpPr/>
      </dsp:nvSpPr>
      <dsp:spPr>
        <a:xfrm>
          <a:off x="1315091" y="1202343"/>
          <a:ext cx="8150784" cy="3022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u="sng" kern="1200" dirty="0"/>
            <a:t>Projet</a:t>
          </a:r>
          <a:r>
            <a:rPr lang="fr-FR" sz="1400" b="1" u="none" kern="1200" dirty="0"/>
            <a:t> :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kern="1200" dirty="0"/>
            <a:t>- Développer une première chaîne de traitement des données qui comprendra le </a:t>
          </a:r>
          <a:r>
            <a:rPr lang="fr-FR" sz="1400" b="1" kern="1200" dirty="0" err="1"/>
            <a:t>preprocessing</a:t>
          </a:r>
          <a:r>
            <a:rPr lang="fr-FR" sz="1400" b="0" kern="1200" dirty="0"/>
            <a:t> et une étape de </a:t>
          </a:r>
          <a:r>
            <a:rPr lang="fr-FR" sz="1400" b="1" kern="1200" dirty="0"/>
            <a:t>réduction de dimension</a:t>
          </a:r>
          <a:r>
            <a:rPr lang="fr-FR" sz="1400" b="0" kern="1200" dirty="0"/>
            <a:t>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400" b="0" kern="1200" dirty="0"/>
            <a:t>- Tenir compte du fait que le volume de données va augmenter très rapidement après la livraison de ce projet, ce qui implique de: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kern="1200" dirty="0"/>
            <a:t>- Déployer le traitement des données dans un environnement </a:t>
          </a:r>
          <a:r>
            <a:rPr lang="fr-FR" sz="1400" b="1" kern="1200" dirty="0"/>
            <a:t>Big Data</a:t>
          </a:r>
          <a:endParaRPr lang="fr-FR" sz="1400" b="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kern="1200" dirty="0"/>
            <a:t>- Développer les scripts en </a:t>
          </a:r>
          <a:r>
            <a:rPr lang="fr-FR" sz="1400" b="1" kern="1200" dirty="0" err="1"/>
            <a:t>pyspark</a:t>
          </a:r>
          <a:r>
            <a:rPr lang="fr-FR" sz="1400" b="0" kern="1200" dirty="0"/>
            <a:t> pour effectuer du </a:t>
          </a:r>
          <a:r>
            <a:rPr lang="fr-FR" sz="1400" b="1" kern="1200" dirty="0"/>
            <a:t>calcul distribué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b="1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u="none" kern="1200" dirty="0"/>
            <a:t>Un Alternant a testé une première approche dans un environnement Big Data AWS EMR :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u="sng" kern="1200" dirty="0"/>
            <a:t>Objectifs</a:t>
          </a:r>
          <a:r>
            <a:rPr lang="fr-FR" sz="1400" b="1" u="none" kern="1200" dirty="0"/>
            <a:t> :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u="none" kern="1200" dirty="0"/>
            <a:t>Compléter la démarche en ajoutant une étape de réduction de dimension en </a:t>
          </a:r>
          <a:r>
            <a:rPr lang="fr-FR" sz="1400" b="0" u="none" kern="1200" dirty="0" err="1"/>
            <a:t>PySpark</a:t>
          </a:r>
          <a:r>
            <a:rPr lang="fr-FR" sz="1400" b="0" u="none" kern="1200" dirty="0"/>
            <a:t>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u="none" kern="1200" dirty="0"/>
            <a:t>Création d’un environnement Big Data, S3 et EMR.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b="0" u="none" kern="1200" dirty="0"/>
        </a:p>
      </dsp:txBody>
      <dsp:txXfrm>
        <a:off x="1315091" y="1202343"/>
        <a:ext cx="8150784" cy="3022456"/>
      </dsp:txXfrm>
    </dsp:sp>
    <dsp:sp modelId="{E7B41594-A659-4D96-B1F2-B1C8930BBAE3}">
      <dsp:nvSpPr>
        <dsp:cNvPr id="0" name=""/>
        <dsp:cNvSpPr/>
      </dsp:nvSpPr>
      <dsp:spPr>
        <a:xfrm>
          <a:off x="1223340" y="4224800"/>
          <a:ext cx="48933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6FB7BB-F280-4F56-B5C0-0970C7C56368}">
      <dsp:nvSpPr>
        <dsp:cNvPr id="0" name=""/>
        <dsp:cNvSpPr/>
      </dsp:nvSpPr>
      <dsp:spPr>
        <a:xfrm>
          <a:off x="1315091" y="4291918"/>
          <a:ext cx="4801611" cy="1391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u="sng" kern="1200" dirty="0"/>
            <a:t>Data</a:t>
          </a:r>
          <a:r>
            <a:rPr lang="fr-FR" sz="1400" b="1" u="none" kern="1200" dirty="0"/>
            <a:t> </a:t>
          </a:r>
          <a:r>
            <a:rPr lang="fr-FR" sz="1400" u="none" kern="1200" dirty="0"/>
            <a:t>:  </a:t>
          </a:r>
          <a:r>
            <a:rPr lang="fr-FR" sz="1400" u="none" kern="1200" dirty="0">
              <a:hlinkClick xmlns:r="http://schemas.openxmlformats.org/officeDocument/2006/relationships" r:id="rId1"/>
            </a:rPr>
            <a:t>jeu de données</a:t>
          </a:r>
          <a:r>
            <a:rPr lang="fr-FR" sz="1400" u="none" kern="1200" dirty="0"/>
            <a:t> (</a:t>
          </a:r>
          <a:r>
            <a:rPr lang="fr-FR" sz="1400" u="none" kern="1200" dirty="0">
              <a:hlinkClick xmlns:r="http://schemas.openxmlformats.org/officeDocument/2006/relationships" r:id="rId1"/>
            </a:rPr>
            <a:t>https://www.kaggle.com/datasets/moltean/fruits</a:t>
          </a:r>
          <a:r>
            <a:rPr lang="fr-FR" sz="1400" u="none" kern="1200" dirty="0"/>
            <a:t>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Test set size: 22688 images (one fruit or vegetable per image)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kern="1200" dirty="0"/>
            <a:t>Image size: 100x100 pixels.</a:t>
          </a:r>
          <a:endParaRPr lang="fr-FR" sz="1400" u="none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i="0" u="sng" kern="1200" dirty="0"/>
            <a:t>Notebook de l’alternant</a:t>
          </a:r>
          <a:r>
            <a:rPr lang="fr-FR" sz="1400" b="1" i="0" u="none" kern="1200" dirty="0"/>
            <a:t> </a:t>
          </a:r>
          <a:endParaRPr lang="fr-FR" sz="1400" b="1" i="0" u="sng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 dirty="0"/>
        </a:p>
      </dsp:txBody>
      <dsp:txXfrm>
        <a:off x="1315091" y="4291918"/>
        <a:ext cx="4801611" cy="1391865"/>
      </dsp:txXfrm>
    </dsp:sp>
    <dsp:sp modelId="{0EA8DF1D-7ED5-43FB-8BC9-43E859D9B83D}">
      <dsp:nvSpPr>
        <dsp:cNvPr id="0" name=""/>
        <dsp:cNvSpPr/>
      </dsp:nvSpPr>
      <dsp:spPr>
        <a:xfrm>
          <a:off x="1223340" y="5683784"/>
          <a:ext cx="48933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632FED-680A-4B19-9429-323FA1A8D8AC}">
      <dsp:nvSpPr>
        <dsp:cNvPr id="0" name=""/>
        <dsp:cNvSpPr/>
      </dsp:nvSpPr>
      <dsp:spPr>
        <a:xfrm>
          <a:off x="0" y="231082"/>
          <a:ext cx="8199729" cy="5124830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039FAD-FAE6-4662-A215-BF72A5B4DE34}">
      <dsp:nvSpPr>
        <dsp:cNvPr id="0" name=""/>
        <dsp:cNvSpPr/>
      </dsp:nvSpPr>
      <dsp:spPr>
        <a:xfrm>
          <a:off x="807673" y="4041906"/>
          <a:ext cx="188593" cy="1885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7DFC25-1E54-4EED-8610-AB383754AE54}">
      <dsp:nvSpPr>
        <dsp:cNvPr id="0" name=""/>
        <dsp:cNvSpPr/>
      </dsp:nvSpPr>
      <dsp:spPr>
        <a:xfrm>
          <a:off x="901970" y="3870959"/>
          <a:ext cx="1074164" cy="17501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15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 err="1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Bucket</a:t>
          </a:r>
          <a:r>
            <a:rPr lang="fr-FR" sz="2400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 S3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Stockage des donnes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Dataset</a:t>
          </a:r>
          <a:r>
            <a:rPr lang="fr-FR" sz="1400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, Notebook</a:t>
          </a:r>
        </a:p>
      </dsp:txBody>
      <dsp:txXfrm>
        <a:off x="901970" y="3870959"/>
        <a:ext cx="1074164" cy="1750198"/>
      </dsp:txXfrm>
    </dsp:sp>
    <dsp:sp modelId="{B54700AA-14B1-405B-AE6F-CAC2BC2609BC}">
      <dsp:nvSpPr>
        <dsp:cNvPr id="0" name=""/>
        <dsp:cNvSpPr/>
      </dsp:nvSpPr>
      <dsp:spPr>
        <a:xfrm>
          <a:off x="1828539" y="3061014"/>
          <a:ext cx="295190" cy="2951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A697B1-2B4D-4DBA-BB84-EA8F4BB3F638}">
      <dsp:nvSpPr>
        <dsp:cNvPr id="0" name=""/>
        <dsp:cNvSpPr/>
      </dsp:nvSpPr>
      <dsp:spPr>
        <a:xfrm>
          <a:off x="1976134" y="3208609"/>
          <a:ext cx="1361155" cy="2147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15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>
              <a:solidFill>
                <a:schemeClr val="tx1"/>
              </a:solidFill>
            </a:rPr>
            <a:t>EC2</a:t>
          </a:r>
          <a:r>
            <a:rPr lang="fr-FR" sz="1400" kern="1200" dirty="0">
              <a:solidFill>
                <a:schemeClr val="tx1"/>
              </a:solidFill>
            </a:rPr>
            <a:t> Instance Profile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solidFill>
                <a:schemeClr val="tx1"/>
              </a:solidFill>
            </a:rPr>
            <a:t>Donne l’autorisation de cluster à lire et écrire sur S3</a:t>
          </a:r>
        </a:p>
      </dsp:txBody>
      <dsp:txXfrm>
        <a:off x="1976134" y="3208609"/>
        <a:ext cx="1361155" cy="2147304"/>
      </dsp:txXfrm>
    </dsp:sp>
    <dsp:sp modelId="{D8838411-B03E-4477-8B85-8EAE6305E4FD}">
      <dsp:nvSpPr>
        <dsp:cNvPr id="0" name=""/>
        <dsp:cNvSpPr/>
      </dsp:nvSpPr>
      <dsp:spPr>
        <a:xfrm>
          <a:off x="3140496" y="2278964"/>
          <a:ext cx="393586" cy="3935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D9C609-1120-4BAE-903C-FDB511AD34C5}">
      <dsp:nvSpPr>
        <dsp:cNvPr id="0" name=""/>
        <dsp:cNvSpPr/>
      </dsp:nvSpPr>
      <dsp:spPr>
        <a:xfrm>
          <a:off x="3337289" y="2475758"/>
          <a:ext cx="1582547" cy="2880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8554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fr-FR" sz="2400" kern="1200" dirty="0">
              <a:solidFill>
                <a:schemeClr val="tx1"/>
              </a:solidFill>
            </a:rPr>
            <a:t>EMR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fr-FR" sz="1400" kern="1200" dirty="0">
              <a:solidFill>
                <a:schemeClr val="tx1"/>
              </a:solidFill>
            </a:rPr>
            <a:t>(</a:t>
          </a:r>
          <a:r>
            <a:rPr lang="fr-FR" sz="1400" kern="1200" dirty="0" err="1">
              <a:solidFill>
                <a:schemeClr val="tx1"/>
              </a:solidFill>
            </a:rPr>
            <a:t>Elastic</a:t>
          </a:r>
          <a:r>
            <a:rPr lang="fr-FR" sz="1400" kern="1200" dirty="0">
              <a:solidFill>
                <a:schemeClr val="tx1"/>
              </a:solidFill>
            </a:rPr>
            <a:t> </a:t>
          </a:r>
          <a:r>
            <a:rPr lang="fr-FR" sz="1400" kern="1200" dirty="0" err="1">
              <a:solidFill>
                <a:schemeClr val="tx1"/>
              </a:solidFill>
            </a:rPr>
            <a:t>Map</a:t>
          </a:r>
          <a:r>
            <a:rPr lang="fr-FR" sz="1400" kern="1200" dirty="0">
              <a:solidFill>
                <a:schemeClr val="tx1"/>
              </a:solidFill>
            </a:rPr>
            <a:t> </a:t>
          </a:r>
          <a:r>
            <a:rPr lang="fr-FR" sz="1400" kern="1200" dirty="0" err="1">
              <a:solidFill>
                <a:schemeClr val="tx1"/>
              </a:solidFill>
            </a:rPr>
            <a:t>Reduce</a:t>
          </a:r>
          <a:r>
            <a:rPr lang="fr-FR" sz="1400" kern="1200" dirty="0">
              <a:solidFill>
                <a:schemeClr val="tx1"/>
              </a:solidFill>
            </a:rPr>
            <a:t>)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solidFill>
                <a:schemeClr val="tx1"/>
              </a:solidFill>
              <a:latin typeface="Tw Cen MT" panose="020B0602020104020603"/>
              <a:ea typeface="+mn-ea"/>
              <a:cs typeface="+mn-cs"/>
            </a:rPr>
            <a:t>Cluster Spark prêt à l’emploi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solidFill>
                <a:schemeClr val="tx1"/>
              </a:solidFill>
              <a:latin typeface="Tw Cen MT" panose="020B0602020104020603"/>
              <a:ea typeface="+mn-ea"/>
              <a:cs typeface="+mn-cs"/>
            </a:rPr>
            <a:t>Apache Spark + </a:t>
          </a:r>
          <a:r>
            <a:rPr lang="fr-FR" sz="1400" kern="1200" dirty="0" err="1">
              <a:solidFill>
                <a:schemeClr val="tx1"/>
              </a:solidFill>
              <a:latin typeface="Tw Cen MT" panose="020B0602020104020603"/>
              <a:ea typeface="+mn-ea"/>
              <a:cs typeface="+mn-cs"/>
            </a:rPr>
            <a:t>JupyterLab</a:t>
          </a:r>
          <a:endParaRPr lang="fr-FR" sz="1400" kern="1200" dirty="0">
            <a:solidFill>
              <a:schemeClr val="tx1"/>
            </a:solidFill>
            <a:latin typeface="Tw Cen MT" panose="020B0602020104020603"/>
            <a:ea typeface="+mn-ea"/>
            <a:cs typeface="+mn-cs"/>
          </a:endParaRPr>
        </a:p>
      </dsp:txBody>
      <dsp:txXfrm>
        <a:off x="3337289" y="2475758"/>
        <a:ext cx="1582547" cy="2880154"/>
      </dsp:txXfrm>
    </dsp:sp>
    <dsp:sp modelId="{C9D49B4C-076C-4C62-8CCB-717833CDCD05}">
      <dsp:nvSpPr>
        <dsp:cNvPr id="0" name=""/>
        <dsp:cNvSpPr/>
      </dsp:nvSpPr>
      <dsp:spPr>
        <a:xfrm>
          <a:off x="4665645" y="1668085"/>
          <a:ext cx="508383" cy="50838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E025FF-2794-4F83-AB76-4AEB84CBFB18}">
      <dsp:nvSpPr>
        <dsp:cNvPr id="0" name=""/>
        <dsp:cNvSpPr/>
      </dsp:nvSpPr>
      <dsp:spPr>
        <a:xfrm>
          <a:off x="4919837" y="1922276"/>
          <a:ext cx="1639945" cy="3433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9382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schemeClr val="tx1"/>
              </a:solidFill>
            </a:rPr>
            <a:t>Traitement</a:t>
          </a:r>
          <a:endParaRPr lang="fr-FR" sz="1400" kern="1200" dirty="0">
            <a:solidFill>
              <a:schemeClr val="tx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solidFill>
                <a:schemeClr val="tx1"/>
              </a:solidFill>
            </a:rPr>
            <a:t>Traitement distribué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solidFill>
                <a:schemeClr val="tx1"/>
              </a:solidFill>
            </a:rPr>
            <a:t>Exécution autorisée par un rôle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solidFill>
                <a:schemeClr val="tx1"/>
              </a:solidFill>
              <a:latin typeface="Tw Cen MT" panose="020B0602020104020603"/>
              <a:ea typeface="+mn-ea"/>
              <a:cs typeface="+mn-cs"/>
            </a:rPr>
            <a:t>Extraction des features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solidFill>
                <a:schemeClr val="tx1"/>
              </a:solidFill>
              <a:latin typeface="Tw Cen MT" panose="020B0602020104020603"/>
              <a:ea typeface="+mn-ea"/>
              <a:cs typeface="+mn-cs"/>
            </a:rPr>
            <a:t>Broadcast </a:t>
          </a:r>
          <a:r>
            <a:rPr lang="fr-FR" sz="1400" kern="1200" dirty="0" err="1">
              <a:solidFill>
                <a:schemeClr val="tx1"/>
              </a:solidFill>
              <a:latin typeface="Tw Cen MT" panose="020B0602020104020603"/>
              <a:ea typeface="+mn-ea"/>
              <a:cs typeface="+mn-cs"/>
            </a:rPr>
            <a:t>TensorFlow</a:t>
          </a:r>
          <a:endParaRPr lang="fr-FR" sz="1400" kern="1200" dirty="0">
            <a:solidFill>
              <a:schemeClr val="tx1"/>
            </a:solidFill>
            <a:latin typeface="Tw Cen MT" panose="020B0602020104020603"/>
            <a:ea typeface="+mn-ea"/>
            <a:cs typeface="+mn-cs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solidFill>
                <a:schemeClr val="tx1"/>
              </a:solidFill>
              <a:latin typeface="Tw Cen MT" panose="020B0602020104020603"/>
              <a:ea typeface="+mn-ea"/>
              <a:cs typeface="+mn-cs"/>
            </a:rPr>
            <a:t>Réduction PCA</a:t>
          </a:r>
        </a:p>
      </dsp:txBody>
      <dsp:txXfrm>
        <a:off x="4919837" y="1922276"/>
        <a:ext cx="1639945" cy="3433636"/>
      </dsp:txXfrm>
    </dsp:sp>
    <dsp:sp modelId="{B1DBF518-B58F-4E79-B3C1-8A8A053DAF6D}">
      <dsp:nvSpPr>
        <dsp:cNvPr id="0" name=""/>
        <dsp:cNvSpPr/>
      </dsp:nvSpPr>
      <dsp:spPr>
        <a:xfrm>
          <a:off x="6235893" y="1260148"/>
          <a:ext cx="647778" cy="647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921309-2995-4673-AF0B-3E26936D58E4}">
      <dsp:nvSpPr>
        <dsp:cNvPr id="0" name=""/>
        <dsp:cNvSpPr/>
      </dsp:nvSpPr>
      <dsp:spPr>
        <a:xfrm>
          <a:off x="6559783" y="1584037"/>
          <a:ext cx="1639945" cy="3771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3244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 err="1">
              <a:solidFill>
                <a:schemeClr val="tx1"/>
              </a:solidFill>
            </a:rPr>
            <a:t>Bucket</a:t>
          </a:r>
          <a:r>
            <a:rPr lang="fr-FR" sz="2400" kern="1200" dirty="0">
              <a:solidFill>
                <a:schemeClr val="tx1"/>
              </a:solidFill>
            </a:rPr>
            <a:t> S3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solidFill>
                <a:schemeClr val="tx1"/>
              </a:solidFill>
              <a:latin typeface="Tw Cen MT" panose="020B0602020104020603"/>
              <a:ea typeface="+mn-ea"/>
              <a:cs typeface="+mn-cs"/>
            </a:rPr>
            <a:t>Résultats enregistrés</a:t>
          </a:r>
          <a:br>
            <a:rPr lang="fr-FR" sz="1400" kern="1200" dirty="0">
              <a:solidFill>
                <a:schemeClr val="tx1"/>
              </a:solidFill>
              <a:latin typeface="Tw Cen MT" panose="020B0602020104020603"/>
              <a:ea typeface="+mn-ea"/>
              <a:cs typeface="+mn-cs"/>
            </a:rPr>
          </a:br>
          <a:r>
            <a:rPr lang="fr-FR" sz="1400" kern="1200" dirty="0">
              <a:solidFill>
                <a:schemeClr val="tx1"/>
              </a:solidFill>
              <a:latin typeface="Tw Cen MT" panose="020B0602020104020603"/>
              <a:ea typeface="+mn-ea"/>
              <a:cs typeface="+mn-cs"/>
            </a:rPr>
            <a:t>au format Parquet</a:t>
          </a:r>
        </a:p>
      </dsp:txBody>
      <dsp:txXfrm>
        <a:off x="6559783" y="1584037"/>
        <a:ext cx="1639945" cy="37718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97A4E6-BB32-4AFC-869A-16399A2AD13D}">
      <dsp:nvSpPr>
        <dsp:cNvPr id="0" name=""/>
        <dsp:cNvSpPr/>
      </dsp:nvSpPr>
      <dsp:spPr>
        <a:xfrm>
          <a:off x="1163" y="1283188"/>
          <a:ext cx="1447452" cy="72372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Master Node </a:t>
          </a:r>
        </a:p>
      </dsp:txBody>
      <dsp:txXfrm>
        <a:off x="22360" y="1304385"/>
        <a:ext cx="1405058" cy="681332"/>
      </dsp:txXfrm>
    </dsp:sp>
    <dsp:sp modelId="{2017D0C5-1295-429F-AB7D-D7E4F71B7BE8}">
      <dsp:nvSpPr>
        <dsp:cNvPr id="0" name=""/>
        <dsp:cNvSpPr/>
      </dsp:nvSpPr>
      <dsp:spPr>
        <a:xfrm rot="17914974">
          <a:off x="1130442" y="1089570"/>
          <a:ext cx="1220062" cy="39594"/>
        </a:xfrm>
        <a:custGeom>
          <a:avLst/>
          <a:gdLst/>
          <a:ahLst/>
          <a:cxnLst/>
          <a:rect l="0" t="0" r="0" b="0"/>
          <a:pathLst>
            <a:path>
              <a:moveTo>
                <a:pt x="0" y="19797"/>
              </a:moveTo>
              <a:lnTo>
                <a:pt x="1220062" y="19797"/>
              </a:lnTo>
            </a:path>
          </a:pathLst>
        </a:custGeom>
        <a:noFill/>
        <a:ln w="15875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>
        <a:off x="1709971" y="1078866"/>
        <a:ext cx="61003" cy="61003"/>
      </dsp:txXfrm>
    </dsp:sp>
    <dsp:sp modelId="{39C9B99B-CED4-43DC-B098-66A5B38D5C28}">
      <dsp:nvSpPr>
        <dsp:cNvPr id="0" name=""/>
        <dsp:cNvSpPr/>
      </dsp:nvSpPr>
      <dsp:spPr>
        <a:xfrm>
          <a:off x="2032330" y="211820"/>
          <a:ext cx="1447452" cy="72372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 err="1"/>
            <a:t>Core</a:t>
          </a:r>
          <a:r>
            <a:rPr lang="fr-FR" sz="1600" kern="1200" dirty="0"/>
            <a:t> Node</a:t>
          </a:r>
        </a:p>
      </dsp:txBody>
      <dsp:txXfrm>
        <a:off x="2053527" y="233017"/>
        <a:ext cx="1405058" cy="681332"/>
      </dsp:txXfrm>
    </dsp:sp>
    <dsp:sp modelId="{B4342E08-A4E0-4457-9181-6FCF1793E883}">
      <dsp:nvSpPr>
        <dsp:cNvPr id="0" name=""/>
        <dsp:cNvSpPr/>
      </dsp:nvSpPr>
      <dsp:spPr>
        <a:xfrm rot="2926096">
          <a:off x="3331281" y="881499"/>
          <a:ext cx="871252" cy="39594"/>
        </a:xfrm>
        <a:custGeom>
          <a:avLst/>
          <a:gdLst/>
          <a:ahLst/>
          <a:cxnLst/>
          <a:rect l="0" t="0" r="0" b="0"/>
          <a:pathLst>
            <a:path>
              <a:moveTo>
                <a:pt x="0" y="19797"/>
              </a:moveTo>
              <a:lnTo>
                <a:pt x="871252" y="19797"/>
              </a:lnTo>
            </a:path>
          </a:pathLst>
        </a:custGeom>
        <a:noFill/>
        <a:ln w="15875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>
        <a:off x="3745126" y="879515"/>
        <a:ext cx="43562" cy="43562"/>
      </dsp:txXfrm>
    </dsp:sp>
    <dsp:sp modelId="{B54C8BC0-9FFF-4651-8B11-307E1E22DAA4}">
      <dsp:nvSpPr>
        <dsp:cNvPr id="0" name=""/>
        <dsp:cNvSpPr/>
      </dsp:nvSpPr>
      <dsp:spPr>
        <a:xfrm>
          <a:off x="4054031" y="867046"/>
          <a:ext cx="1447452" cy="72372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 err="1"/>
            <a:t>Core</a:t>
          </a:r>
          <a:r>
            <a:rPr lang="fr-FR" sz="1600" kern="1200" dirty="0"/>
            <a:t> Node</a:t>
          </a:r>
        </a:p>
      </dsp:txBody>
      <dsp:txXfrm>
        <a:off x="4075228" y="888243"/>
        <a:ext cx="1405058" cy="681332"/>
      </dsp:txXfrm>
    </dsp:sp>
    <dsp:sp modelId="{4648A1C6-86CD-46BD-98BB-6AC5398C80AE}">
      <dsp:nvSpPr>
        <dsp:cNvPr id="0" name=""/>
        <dsp:cNvSpPr/>
      </dsp:nvSpPr>
      <dsp:spPr>
        <a:xfrm rot="3849196">
          <a:off x="1074084" y="2222850"/>
          <a:ext cx="1328043" cy="39594"/>
        </a:xfrm>
        <a:custGeom>
          <a:avLst/>
          <a:gdLst/>
          <a:ahLst/>
          <a:cxnLst/>
          <a:rect l="0" t="0" r="0" b="0"/>
          <a:pathLst>
            <a:path>
              <a:moveTo>
                <a:pt x="0" y="19797"/>
              </a:moveTo>
              <a:lnTo>
                <a:pt x="1328043" y="19797"/>
              </a:lnTo>
            </a:path>
          </a:pathLst>
        </a:custGeom>
        <a:noFill/>
        <a:ln w="15875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>
        <a:off x="1704905" y="2209446"/>
        <a:ext cx="66402" cy="66402"/>
      </dsp:txXfrm>
    </dsp:sp>
    <dsp:sp modelId="{C8062357-C16E-49F7-B9CD-0956B478537D}">
      <dsp:nvSpPr>
        <dsp:cNvPr id="0" name=""/>
        <dsp:cNvSpPr/>
      </dsp:nvSpPr>
      <dsp:spPr>
        <a:xfrm>
          <a:off x="2027597" y="2478379"/>
          <a:ext cx="1447452" cy="72372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 err="1"/>
            <a:t>Core</a:t>
          </a:r>
          <a:r>
            <a:rPr lang="fr-FR" sz="1600" kern="1200" dirty="0"/>
            <a:t> Node</a:t>
          </a:r>
        </a:p>
      </dsp:txBody>
      <dsp:txXfrm>
        <a:off x="2048794" y="2499576"/>
        <a:ext cx="1405058" cy="681332"/>
      </dsp:txXfrm>
    </dsp:sp>
    <dsp:sp modelId="{8B418A9A-F1E7-4D48-85A9-DB7E3B40D07C}">
      <dsp:nvSpPr>
        <dsp:cNvPr id="0" name=""/>
        <dsp:cNvSpPr/>
      </dsp:nvSpPr>
      <dsp:spPr>
        <a:xfrm rot="18411669">
          <a:off x="3281570" y="2433559"/>
          <a:ext cx="967104" cy="39594"/>
        </a:xfrm>
        <a:custGeom>
          <a:avLst/>
          <a:gdLst/>
          <a:ahLst/>
          <a:cxnLst/>
          <a:rect l="0" t="0" r="0" b="0"/>
          <a:pathLst>
            <a:path>
              <a:moveTo>
                <a:pt x="0" y="19797"/>
              </a:moveTo>
              <a:lnTo>
                <a:pt x="967104" y="19797"/>
              </a:lnTo>
            </a:path>
          </a:pathLst>
        </a:custGeom>
        <a:noFill/>
        <a:ln w="15875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3740945" y="2429179"/>
        <a:ext cx="48355" cy="48355"/>
      </dsp:txXfrm>
    </dsp:sp>
    <dsp:sp modelId="{9F66B2CE-9263-4B86-A510-C2E869616E75}">
      <dsp:nvSpPr>
        <dsp:cNvPr id="0" name=""/>
        <dsp:cNvSpPr/>
      </dsp:nvSpPr>
      <dsp:spPr>
        <a:xfrm>
          <a:off x="4055195" y="1704607"/>
          <a:ext cx="1447452" cy="72372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 err="1"/>
            <a:t>Core</a:t>
          </a:r>
          <a:r>
            <a:rPr lang="fr-FR" sz="1600" kern="1200" dirty="0"/>
            <a:t> Node</a:t>
          </a:r>
        </a:p>
      </dsp:txBody>
      <dsp:txXfrm>
        <a:off x="4076392" y="1725804"/>
        <a:ext cx="1405058" cy="6813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69400D-0049-4709-95C5-844B98641A55}">
      <dsp:nvSpPr>
        <dsp:cNvPr id="0" name=""/>
        <dsp:cNvSpPr/>
      </dsp:nvSpPr>
      <dsp:spPr>
        <a:xfrm>
          <a:off x="3242" y="589450"/>
          <a:ext cx="1417733" cy="8905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Création d'EMR Studio</a:t>
          </a:r>
          <a:endParaRPr lang="fr-FR" sz="1800" kern="1200" dirty="0"/>
        </a:p>
      </dsp:txBody>
      <dsp:txXfrm>
        <a:off x="29324" y="615532"/>
        <a:ext cx="1365569" cy="838349"/>
      </dsp:txXfrm>
    </dsp:sp>
    <dsp:sp modelId="{430DE903-1FAD-40D3-8D5D-5A22F50E8499}">
      <dsp:nvSpPr>
        <dsp:cNvPr id="0" name=""/>
        <dsp:cNvSpPr/>
      </dsp:nvSpPr>
      <dsp:spPr>
        <a:xfrm>
          <a:off x="1562749" y="858908"/>
          <a:ext cx="300559" cy="3515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/>
        </a:p>
      </dsp:txBody>
      <dsp:txXfrm>
        <a:off x="1562749" y="929227"/>
        <a:ext cx="210391" cy="210959"/>
      </dsp:txXfrm>
    </dsp:sp>
    <dsp:sp modelId="{0A8A48B0-C094-447C-A046-627A679E0A40}">
      <dsp:nvSpPr>
        <dsp:cNvPr id="0" name=""/>
        <dsp:cNvSpPr/>
      </dsp:nvSpPr>
      <dsp:spPr>
        <a:xfrm>
          <a:off x="1988069" y="589450"/>
          <a:ext cx="1417733" cy="8905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Création du Workspace </a:t>
          </a:r>
        </a:p>
      </dsp:txBody>
      <dsp:txXfrm>
        <a:off x="2014151" y="615532"/>
        <a:ext cx="1365569" cy="838349"/>
      </dsp:txXfrm>
    </dsp:sp>
    <dsp:sp modelId="{71A1FCBF-10EA-433C-A215-D7C133AF3261}">
      <dsp:nvSpPr>
        <dsp:cNvPr id="0" name=""/>
        <dsp:cNvSpPr/>
      </dsp:nvSpPr>
      <dsp:spPr>
        <a:xfrm>
          <a:off x="3547576" y="858908"/>
          <a:ext cx="300559" cy="3515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/>
        </a:p>
      </dsp:txBody>
      <dsp:txXfrm>
        <a:off x="3547576" y="929227"/>
        <a:ext cx="210391" cy="210959"/>
      </dsp:txXfrm>
    </dsp:sp>
    <dsp:sp modelId="{7B9FA039-8597-4D3F-A12D-ABA29E19B59A}">
      <dsp:nvSpPr>
        <dsp:cNvPr id="0" name=""/>
        <dsp:cNvSpPr/>
      </dsp:nvSpPr>
      <dsp:spPr>
        <a:xfrm>
          <a:off x="3972896" y="589450"/>
          <a:ext cx="1417733" cy="8905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Connexion au cluster</a:t>
          </a:r>
        </a:p>
      </dsp:txBody>
      <dsp:txXfrm>
        <a:off x="3998978" y="615532"/>
        <a:ext cx="1365569" cy="838349"/>
      </dsp:txXfrm>
    </dsp:sp>
    <dsp:sp modelId="{6825AF47-7969-4529-B2EC-36C64CF2FC7E}">
      <dsp:nvSpPr>
        <dsp:cNvPr id="0" name=""/>
        <dsp:cNvSpPr/>
      </dsp:nvSpPr>
      <dsp:spPr>
        <a:xfrm>
          <a:off x="5532402" y="858908"/>
          <a:ext cx="300559" cy="3515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/>
        </a:p>
      </dsp:txBody>
      <dsp:txXfrm>
        <a:off x="5532402" y="929227"/>
        <a:ext cx="210391" cy="210959"/>
      </dsp:txXfrm>
    </dsp:sp>
    <dsp:sp modelId="{F49F7DB2-2398-405D-90C6-CBCB198DD729}">
      <dsp:nvSpPr>
        <dsp:cNvPr id="0" name=""/>
        <dsp:cNvSpPr/>
      </dsp:nvSpPr>
      <dsp:spPr>
        <a:xfrm>
          <a:off x="5957722" y="589450"/>
          <a:ext cx="1417733" cy="8905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 err="1"/>
            <a:t>Jupyterlab</a:t>
          </a:r>
          <a:endParaRPr lang="fr-FR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 err="1"/>
            <a:t>Execution</a:t>
          </a:r>
          <a:r>
            <a:rPr lang="fr-FR" sz="1400" kern="1200" dirty="0"/>
            <a:t> du notebook</a:t>
          </a:r>
        </a:p>
      </dsp:txBody>
      <dsp:txXfrm>
        <a:off x="5983804" y="615532"/>
        <a:ext cx="1365569" cy="8383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E0735C-E1A5-4C50-921F-30103770BE79}">
      <dsp:nvSpPr>
        <dsp:cNvPr id="0" name=""/>
        <dsp:cNvSpPr/>
      </dsp:nvSpPr>
      <dsp:spPr>
        <a:xfrm rot="10800000">
          <a:off x="1037350" y="1926"/>
          <a:ext cx="3357707" cy="76645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7983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600" kern="1200" dirty="0">
              <a:solidFill>
                <a:schemeClr val="tx1"/>
              </a:solidFill>
            </a:rPr>
            <a:t>sélection du kernel </a:t>
          </a:r>
          <a:r>
            <a:rPr lang="fr-FR" sz="1600" kern="1200" dirty="0" err="1">
              <a:solidFill>
                <a:schemeClr val="tx1"/>
              </a:solidFill>
            </a:rPr>
            <a:t>PySpark</a:t>
          </a:r>
          <a:endParaRPr lang="fr-FR" sz="1600" kern="1200" dirty="0">
            <a:solidFill>
              <a:schemeClr val="tx1"/>
            </a:solidFill>
          </a:endParaRPr>
        </a:p>
      </dsp:txBody>
      <dsp:txXfrm rot="10800000">
        <a:off x="1228962" y="1926"/>
        <a:ext cx="3166095" cy="766450"/>
      </dsp:txXfrm>
    </dsp:sp>
    <dsp:sp modelId="{CCD14E98-6F5D-4639-842C-AA6BA1E87CA9}">
      <dsp:nvSpPr>
        <dsp:cNvPr id="0" name=""/>
        <dsp:cNvSpPr/>
      </dsp:nvSpPr>
      <dsp:spPr>
        <a:xfrm>
          <a:off x="654125" y="1926"/>
          <a:ext cx="766450" cy="766450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45000" r="-45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EF0553-FFA1-450D-B5B8-05165EF58B6E}">
      <dsp:nvSpPr>
        <dsp:cNvPr id="0" name=""/>
        <dsp:cNvSpPr/>
      </dsp:nvSpPr>
      <dsp:spPr>
        <a:xfrm rot="10800000">
          <a:off x="1037350" y="997168"/>
          <a:ext cx="3357707" cy="76645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7983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600" kern="1200" dirty="0">
              <a:solidFill>
                <a:schemeClr val="tx1"/>
              </a:solidFill>
            </a:rPr>
            <a:t>lecture des images depuis S3 </a:t>
          </a:r>
        </a:p>
      </dsp:txBody>
      <dsp:txXfrm rot="10800000">
        <a:off x="1228962" y="997168"/>
        <a:ext cx="3166095" cy="766450"/>
      </dsp:txXfrm>
    </dsp:sp>
    <dsp:sp modelId="{30B4703D-2026-49C8-9012-19BB7C3AF7B7}">
      <dsp:nvSpPr>
        <dsp:cNvPr id="0" name=""/>
        <dsp:cNvSpPr/>
      </dsp:nvSpPr>
      <dsp:spPr>
        <a:xfrm>
          <a:off x="654125" y="997168"/>
          <a:ext cx="766450" cy="766450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BD6C6C-6689-4520-819A-00EE08361A5B}">
      <dsp:nvSpPr>
        <dsp:cNvPr id="0" name=""/>
        <dsp:cNvSpPr/>
      </dsp:nvSpPr>
      <dsp:spPr>
        <a:xfrm rot="10800000">
          <a:off x="1037350" y="1992409"/>
          <a:ext cx="3357707" cy="76645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7983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600" kern="1200" dirty="0">
              <a:solidFill>
                <a:schemeClr val="tx1"/>
              </a:solidFill>
            </a:rPr>
            <a:t>traitement Spark (avec optimisation)</a:t>
          </a:r>
        </a:p>
      </dsp:txBody>
      <dsp:txXfrm rot="10800000">
        <a:off x="1228962" y="1992409"/>
        <a:ext cx="3166095" cy="766450"/>
      </dsp:txXfrm>
    </dsp:sp>
    <dsp:sp modelId="{986A38B7-9FC0-450E-A8F3-DEC4E8DEDA9F}">
      <dsp:nvSpPr>
        <dsp:cNvPr id="0" name=""/>
        <dsp:cNvSpPr/>
      </dsp:nvSpPr>
      <dsp:spPr>
        <a:xfrm>
          <a:off x="654125" y="1992409"/>
          <a:ext cx="766450" cy="766450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l="-40000" r="-40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BE859B-613D-4523-952A-F46500EA0AF1}">
      <dsp:nvSpPr>
        <dsp:cNvPr id="0" name=""/>
        <dsp:cNvSpPr/>
      </dsp:nvSpPr>
      <dsp:spPr>
        <a:xfrm rot="10800000">
          <a:off x="1037350" y="2987651"/>
          <a:ext cx="3357707" cy="76645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7983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600" kern="1200">
              <a:solidFill>
                <a:schemeClr val="tx1"/>
              </a:solidFill>
            </a:rPr>
            <a:t>écriture des fichiers Parquet dans S3</a:t>
          </a:r>
        </a:p>
      </dsp:txBody>
      <dsp:txXfrm rot="10800000">
        <a:off x="1228962" y="2987651"/>
        <a:ext cx="3166095" cy="766450"/>
      </dsp:txXfrm>
    </dsp:sp>
    <dsp:sp modelId="{5FC3D969-2B70-4C2F-8874-C994BFF1EE3A}">
      <dsp:nvSpPr>
        <dsp:cNvPr id="0" name=""/>
        <dsp:cNvSpPr/>
      </dsp:nvSpPr>
      <dsp:spPr>
        <a:xfrm>
          <a:off x="654125" y="2987651"/>
          <a:ext cx="766450" cy="766450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CB4A1F-AD56-4F27-8C63-037B8089BAD9}">
      <dsp:nvSpPr>
        <dsp:cNvPr id="0" name=""/>
        <dsp:cNvSpPr/>
      </dsp:nvSpPr>
      <dsp:spPr>
        <a:xfrm>
          <a:off x="-3009206" y="-463426"/>
          <a:ext cx="3589796" cy="3589796"/>
        </a:xfrm>
        <a:prstGeom prst="blockArc">
          <a:avLst>
            <a:gd name="adj1" fmla="val 18900000"/>
            <a:gd name="adj2" fmla="val 2700000"/>
            <a:gd name="adj3" fmla="val 602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CC81BA-81ED-41E7-86FC-E7D1734B0D9F}">
      <dsp:nvSpPr>
        <dsp:cNvPr id="0" name=""/>
        <dsp:cNvSpPr/>
      </dsp:nvSpPr>
      <dsp:spPr>
        <a:xfrm>
          <a:off x="304602" y="204727"/>
          <a:ext cx="1881140" cy="409667"/>
        </a:xfrm>
        <a:prstGeom prst="rect">
          <a:avLst/>
        </a:prstGeom>
        <a:solidFill>
          <a:srgbClr val="2FA3EE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1854" tIns="27940" rIns="27940" bIns="279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000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sélection du kernel </a:t>
          </a:r>
          <a:r>
            <a:rPr lang="fr-FR" sz="1000" kern="1200" dirty="0" err="1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PySpark</a:t>
          </a:r>
          <a:endParaRPr lang="fr-FR" sz="1000" kern="1200" dirty="0">
            <a:solidFill>
              <a:prstClr val="black"/>
            </a:solidFill>
            <a:latin typeface="Tw Cen MT" panose="020B0602020104020603"/>
            <a:ea typeface="+mn-ea"/>
            <a:cs typeface="+mn-cs"/>
          </a:endParaRPr>
        </a:p>
      </dsp:txBody>
      <dsp:txXfrm>
        <a:off x="304602" y="204727"/>
        <a:ext cx="1881140" cy="409667"/>
      </dsp:txXfrm>
    </dsp:sp>
    <dsp:sp modelId="{3BF0FA2C-282E-485C-8681-BA279915391F}">
      <dsp:nvSpPr>
        <dsp:cNvPr id="0" name=""/>
        <dsp:cNvSpPr/>
      </dsp:nvSpPr>
      <dsp:spPr>
        <a:xfrm>
          <a:off x="48560" y="153518"/>
          <a:ext cx="512084" cy="5120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696785-67E9-4C13-947C-F292F2A6A1DC}">
      <dsp:nvSpPr>
        <dsp:cNvPr id="0" name=""/>
        <dsp:cNvSpPr/>
      </dsp:nvSpPr>
      <dsp:spPr>
        <a:xfrm>
          <a:off x="539474" y="819334"/>
          <a:ext cx="1646269" cy="4096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173" tIns="25400" rIns="25400" bIns="254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000" kern="1200" dirty="0">
              <a:solidFill>
                <a:schemeClr val="bg1"/>
              </a:solidFill>
            </a:rPr>
            <a:t>lecture des images depuis S3 </a:t>
          </a:r>
        </a:p>
      </dsp:txBody>
      <dsp:txXfrm>
        <a:off x="539474" y="819334"/>
        <a:ext cx="1646269" cy="409667"/>
      </dsp:txXfrm>
    </dsp:sp>
    <dsp:sp modelId="{86EE7582-E7DC-4D70-9342-AC30C3B51C7E}">
      <dsp:nvSpPr>
        <dsp:cNvPr id="0" name=""/>
        <dsp:cNvSpPr/>
      </dsp:nvSpPr>
      <dsp:spPr>
        <a:xfrm>
          <a:off x="283432" y="768126"/>
          <a:ext cx="512084" cy="5120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C9869-46ED-4FA5-9E90-549048114CA0}">
      <dsp:nvSpPr>
        <dsp:cNvPr id="0" name=""/>
        <dsp:cNvSpPr/>
      </dsp:nvSpPr>
      <dsp:spPr>
        <a:xfrm>
          <a:off x="539474" y="1433942"/>
          <a:ext cx="1646269" cy="4096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173" tIns="25400" rIns="25400" bIns="254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000" kern="1200" dirty="0">
              <a:solidFill>
                <a:schemeClr val="tx1"/>
              </a:solidFill>
            </a:rPr>
            <a:t>traitement Spark (avec optimisation)</a:t>
          </a:r>
        </a:p>
      </dsp:txBody>
      <dsp:txXfrm>
        <a:off x="539474" y="1433942"/>
        <a:ext cx="1646269" cy="409667"/>
      </dsp:txXfrm>
    </dsp:sp>
    <dsp:sp modelId="{7E088600-DB05-439B-84EF-7100DBE80976}">
      <dsp:nvSpPr>
        <dsp:cNvPr id="0" name=""/>
        <dsp:cNvSpPr/>
      </dsp:nvSpPr>
      <dsp:spPr>
        <a:xfrm>
          <a:off x="283432" y="1382733"/>
          <a:ext cx="512084" cy="5120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894A93-AA8B-47CC-B9E8-754C8953A1B1}">
      <dsp:nvSpPr>
        <dsp:cNvPr id="0" name=""/>
        <dsp:cNvSpPr/>
      </dsp:nvSpPr>
      <dsp:spPr>
        <a:xfrm>
          <a:off x="304602" y="2048549"/>
          <a:ext cx="1881140" cy="4096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173" tIns="25400" rIns="25400" bIns="254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000" kern="1200">
              <a:solidFill>
                <a:schemeClr val="tx1"/>
              </a:solidFill>
            </a:rPr>
            <a:t>écriture des fichiers Parquet dans S3</a:t>
          </a:r>
        </a:p>
      </dsp:txBody>
      <dsp:txXfrm>
        <a:off x="304602" y="2048549"/>
        <a:ext cx="1881140" cy="409667"/>
      </dsp:txXfrm>
    </dsp:sp>
    <dsp:sp modelId="{5E50BF72-9335-4EF9-81ED-65C0E6D90F9C}">
      <dsp:nvSpPr>
        <dsp:cNvPr id="0" name=""/>
        <dsp:cNvSpPr/>
      </dsp:nvSpPr>
      <dsp:spPr>
        <a:xfrm>
          <a:off x="48560" y="1997341"/>
          <a:ext cx="512084" cy="5120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CB4A1F-AD56-4F27-8C63-037B8089BAD9}">
      <dsp:nvSpPr>
        <dsp:cNvPr id="0" name=""/>
        <dsp:cNvSpPr/>
      </dsp:nvSpPr>
      <dsp:spPr>
        <a:xfrm>
          <a:off x="-3009206" y="-463426"/>
          <a:ext cx="3589796" cy="3589796"/>
        </a:xfrm>
        <a:prstGeom prst="blockArc">
          <a:avLst>
            <a:gd name="adj1" fmla="val 18900000"/>
            <a:gd name="adj2" fmla="val 2700000"/>
            <a:gd name="adj3" fmla="val 602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CC81BA-81ED-41E7-86FC-E7D1734B0D9F}">
      <dsp:nvSpPr>
        <dsp:cNvPr id="0" name=""/>
        <dsp:cNvSpPr/>
      </dsp:nvSpPr>
      <dsp:spPr>
        <a:xfrm>
          <a:off x="304602" y="204727"/>
          <a:ext cx="1881140" cy="409667"/>
        </a:xfrm>
        <a:prstGeom prst="rect">
          <a:avLst/>
        </a:prstGeom>
        <a:solidFill>
          <a:srgbClr val="2FA3EE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1854" tIns="27940" rIns="27940" bIns="279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000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sélection du kernel </a:t>
          </a:r>
          <a:r>
            <a:rPr lang="fr-FR" sz="1000" kern="1200" dirty="0" err="1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PySpark</a:t>
          </a:r>
          <a:endParaRPr lang="fr-FR" sz="1000" kern="1200" dirty="0">
            <a:solidFill>
              <a:prstClr val="black"/>
            </a:solidFill>
            <a:latin typeface="Tw Cen MT" panose="020B0602020104020603"/>
            <a:ea typeface="+mn-ea"/>
            <a:cs typeface="+mn-cs"/>
          </a:endParaRPr>
        </a:p>
      </dsp:txBody>
      <dsp:txXfrm>
        <a:off x="304602" y="204727"/>
        <a:ext cx="1881140" cy="409667"/>
      </dsp:txXfrm>
    </dsp:sp>
    <dsp:sp modelId="{3BF0FA2C-282E-485C-8681-BA279915391F}">
      <dsp:nvSpPr>
        <dsp:cNvPr id="0" name=""/>
        <dsp:cNvSpPr/>
      </dsp:nvSpPr>
      <dsp:spPr>
        <a:xfrm>
          <a:off x="48560" y="153518"/>
          <a:ext cx="512084" cy="5120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696785-67E9-4C13-947C-F292F2A6A1DC}">
      <dsp:nvSpPr>
        <dsp:cNvPr id="0" name=""/>
        <dsp:cNvSpPr/>
      </dsp:nvSpPr>
      <dsp:spPr>
        <a:xfrm>
          <a:off x="539474" y="819334"/>
          <a:ext cx="1646269" cy="409667"/>
        </a:xfrm>
        <a:prstGeom prst="rect">
          <a:avLst/>
        </a:prstGeom>
        <a:solidFill>
          <a:srgbClr val="2FA3EE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173" tIns="25400" rIns="25400" bIns="254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000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lecture des images depuis S3 </a:t>
          </a:r>
        </a:p>
      </dsp:txBody>
      <dsp:txXfrm>
        <a:off x="539474" y="819334"/>
        <a:ext cx="1646269" cy="409667"/>
      </dsp:txXfrm>
    </dsp:sp>
    <dsp:sp modelId="{86EE7582-E7DC-4D70-9342-AC30C3B51C7E}">
      <dsp:nvSpPr>
        <dsp:cNvPr id="0" name=""/>
        <dsp:cNvSpPr/>
      </dsp:nvSpPr>
      <dsp:spPr>
        <a:xfrm>
          <a:off x="283432" y="768126"/>
          <a:ext cx="512084" cy="5120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C9869-46ED-4FA5-9E90-549048114CA0}">
      <dsp:nvSpPr>
        <dsp:cNvPr id="0" name=""/>
        <dsp:cNvSpPr/>
      </dsp:nvSpPr>
      <dsp:spPr>
        <a:xfrm>
          <a:off x="539474" y="1433942"/>
          <a:ext cx="1646269" cy="4096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173" tIns="25400" rIns="25400" bIns="254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000" kern="1200" dirty="0">
              <a:solidFill>
                <a:schemeClr val="bg1"/>
              </a:solidFill>
            </a:rPr>
            <a:t>traitement Spark (avec optimisation)</a:t>
          </a:r>
        </a:p>
      </dsp:txBody>
      <dsp:txXfrm>
        <a:off x="539474" y="1433942"/>
        <a:ext cx="1646269" cy="409667"/>
      </dsp:txXfrm>
    </dsp:sp>
    <dsp:sp modelId="{7E088600-DB05-439B-84EF-7100DBE80976}">
      <dsp:nvSpPr>
        <dsp:cNvPr id="0" name=""/>
        <dsp:cNvSpPr/>
      </dsp:nvSpPr>
      <dsp:spPr>
        <a:xfrm>
          <a:off x="283432" y="1382733"/>
          <a:ext cx="512084" cy="5120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894A93-AA8B-47CC-B9E8-754C8953A1B1}">
      <dsp:nvSpPr>
        <dsp:cNvPr id="0" name=""/>
        <dsp:cNvSpPr/>
      </dsp:nvSpPr>
      <dsp:spPr>
        <a:xfrm>
          <a:off x="304602" y="2048549"/>
          <a:ext cx="1881140" cy="4096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173" tIns="25400" rIns="25400" bIns="254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000" kern="1200" dirty="0">
              <a:solidFill>
                <a:schemeClr val="tx1"/>
              </a:solidFill>
            </a:rPr>
            <a:t>écriture des fichiers Parquet dans S3</a:t>
          </a:r>
        </a:p>
      </dsp:txBody>
      <dsp:txXfrm>
        <a:off x="304602" y="2048549"/>
        <a:ext cx="1881140" cy="409667"/>
      </dsp:txXfrm>
    </dsp:sp>
    <dsp:sp modelId="{5E50BF72-9335-4EF9-81ED-65C0E6D90F9C}">
      <dsp:nvSpPr>
        <dsp:cNvPr id="0" name=""/>
        <dsp:cNvSpPr/>
      </dsp:nvSpPr>
      <dsp:spPr>
        <a:xfrm>
          <a:off x="48560" y="1997341"/>
          <a:ext cx="512084" cy="5120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B1EB87-CA92-4FFF-96D4-22241DF8014D}">
      <dsp:nvSpPr>
        <dsp:cNvPr id="0" name=""/>
        <dsp:cNvSpPr/>
      </dsp:nvSpPr>
      <dsp:spPr>
        <a:xfrm>
          <a:off x="1018513" y="4765"/>
          <a:ext cx="2530793" cy="63269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>
              <a:solidFill>
                <a:schemeClr val="tx1"/>
              </a:solidFill>
            </a:rPr>
            <a:t>Chargement de MobileNetV2 pré-entraîné.</a:t>
          </a:r>
        </a:p>
      </dsp:txBody>
      <dsp:txXfrm>
        <a:off x="1037044" y="23296"/>
        <a:ext cx="2493731" cy="595636"/>
      </dsp:txXfrm>
    </dsp:sp>
    <dsp:sp modelId="{68799ED8-4388-46CE-99D0-1767863665FD}">
      <dsp:nvSpPr>
        <dsp:cNvPr id="0" name=""/>
        <dsp:cNvSpPr/>
      </dsp:nvSpPr>
      <dsp:spPr>
        <a:xfrm rot="5400000">
          <a:off x="2165279" y="653281"/>
          <a:ext cx="237261" cy="2847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b="1" kern="1200">
            <a:solidFill>
              <a:schemeClr val="tx1"/>
            </a:solidFill>
          </a:endParaRPr>
        </a:p>
      </dsp:txBody>
      <dsp:txXfrm rot="-5400000">
        <a:off x="2198496" y="677007"/>
        <a:ext cx="170828" cy="166083"/>
      </dsp:txXfrm>
    </dsp:sp>
    <dsp:sp modelId="{53338B2B-568B-40A7-A610-F4A058C956B4}">
      <dsp:nvSpPr>
        <dsp:cNvPr id="0" name=""/>
        <dsp:cNvSpPr/>
      </dsp:nvSpPr>
      <dsp:spPr>
        <a:xfrm>
          <a:off x="1018513" y="953813"/>
          <a:ext cx="2530793" cy="63269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>
              <a:solidFill>
                <a:schemeClr val="tx1"/>
              </a:solidFill>
            </a:rPr>
            <a:t>Broadcast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b="0" kern="1200" dirty="0">
              <a:solidFill>
                <a:schemeClr val="tx1"/>
              </a:solidFill>
            </a:rPr>
            <a:t>Les poids du modèle sont diffusés une seule fois sur chaque nœud.</a:t>
          </a:r>
        </a:p>
      </dsp:txBody>
      <dsp:txXfrm>
        <a:off x="1037044" y="972344"/>
        <a:ext cx="2493731" cy="595636"/>
      </dsp:txXfrm>
    </dsp:sp>
    <dsp:sp modelId="{7449CFE1-B669-4A73-8BC2-E132D9A14F52}">
      <dsp:nvSpPr>
        <dsp:cNvPr id="0" name=""/>
        <dsp:cNvSpPr/>
      </dsp:nvSpPr>
      <dsp:spPr>
        <a:xfrm rot="5400000">
          <a:off x="2165279" y="1602329"/>
          <a:ext cx="237261" cy="2847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b="1" kern="1200"/>
        </a:p>
      </dsp:txBody>
      <dsp:txXfrm rot="-5400000">
        <a:off x="2198496" y="1626055"/>
        <a:ext cx="170828" cy="166083"/>
      </dsp:txXfrm>
    </dsp:sp>
    <dsp:sp modelId="{DE280C4A-6C34-4E39-866F-23CF5920CFC4}">
      <dsp:nvSpPr>
        <dsp:cNvPr id="0" name=""/>
        <dsp:cNvSpPr/>
      </dsp:nvSpPr>
      <dsp:spPr>
        <a:xfrm>
          <a:off x="1018513" y="1902861"/>
          <a:ext cx="2530793" cy="63269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>
              <a:solidFill>
                <a:schemeClr val="tx1"/>
              </a:solidFill>
            </a:rPr>
            <a:t>Prétraitement des images</a:t>
          </a:r>
        </a:p>
      </dsp:txBody>
      <dsp:txXfrm>
        <a:off x="1037044" y="1921392"/>
        <a:ext cx="2493731" cy="595636"/>
      </dsp:txXfrm>
    </dsp:sp>
    <dsp:sp modelId="{90F197EF-A7C6-4921-A0D6-35C3BE441409}">
      <dsp:nvSpPr>
        <dsp:cNvPr id="0" name=""/>
        <dsp:cNvSpPr/>
      </dsp:nvSpPr>
      <dsp:spPr>
        <a:xfrm rot="5400000">
          <a:off x="2165279" y="2551377"/>
          <a:ext cx="237261" cy="2847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b="1" kern="1200">
            <a:solidFill>
              <a:schemeClr val="tx1"/>
            </a:solidFill>
          </a:endParaRPr>
        </a:p>
      </dsp:txBody>
      <dsp:txXfrm rot="-5400000">
        <a:off x="2198496" y="2575103"/>
        <a:ext cx="170828" cy="166083"/>
      </dsp:txXfrm>
    </dsp:sp>
    <dsp:sp modelId="{783FCD60-6CC2-4B48-B97E-D4EBA1BC1BA6}">
      <dsp:nvSpPr>
        <dsp:cNvPr id="0" name=""/>
        <dsp:cNvSpPr/>
      </dsp:nvSpPr>
      <dsp:spPr>
        <a:xfrm>
          <a:off x="1018513" y="2851909"/>
          <a:ext cx="2530793" cy="63269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>
              <a:solidFill>
                <a:schemeClr val="tx1"/>
              </a:solidFill>
            </a:rPr>
            <a:t>Extraction des caractéristiques</a:t>
          </a:r>
          <a:endParaRPr lang="fr-FR" sz="1200" b="1" kern="1200" dirty="0">
            <a:solidFill>
              <a:schemeClr val="tx1"/>
            </a:solidFill>
          </a:endParaRPr>
        </a:p>
      </dsp:txBody>
      <dsp:txXfrm>
        <a:off x="1037044" y="2870440"/>
        <a:ext cx="2493731" cy="595636"/>
      </dsp:txXfrm>
    </dsp:sp>
    <dsp:sp modelId="{E9D051F3-8AA5-4408-9634-9A2FDB26A041}">
      <dsp:nvSpPr>
        <dsp:cNvPr id="0" name=""/>
        <dsp:cNvSpPr/>
      </dsp:nvSpPr>
      <dsp:spPr>
        <a:xfrm rot="5400000">
          <a:off x="2165279" y="3500425"/>
          <a:ext cx="237261" cy="2847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b="1" kern="1200">
            <a:solidFill>
              <a:schemeClr val="tx1"/>
            </a:solidFill>
          </a:endParaRPr>
        </a:p>
      </dsp:txBody>
      <dsp:txXfrm rot="-5400000">
        <a:off x="2198496" y="3524151"/>
        <a:ext cx="170828" cy="166083"/>
      </dsp:txXfrm>
    </dsp:sp>
    <dsp:sp modelId="{3E25BEAD-2FDA-4E9F-A660-EEA462D02463}">
      <dsp:nvSpPr>
        <dsp:cNvPr id="0" name=""/>
        <dsp:cNvSpPr/>
      </dsp:nvSpPr>
      <dsp:spPr>
        <a:xfrm>
          <a:off x="1018513" y="3800956"/>
          <a:ext cx="2530793" cy="63269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>
              <a:solidFill>
                <a:schemeClr val="tx1"/>
              </a:solidFill>
            </a:rPr>
            <a:t>Génération d'un vecteur de 1 280 dimensions par image.</a:t>
          </a:r>
        </a:p>
      </dsp:txBody>
      <dsp:txXfrm>
        <a:off x="1037044" y="3819487"/>
        <a:ext cx="2493731" cy="595636"/>
      </dsp:txXfrm>
    </dsp:sp>
    <dsp:sp modelId="{021B4450-EFF8-4ACF-8968-4CA3DCBA05BE}">
      <dsp:nvSpPr>
        <dsp:cNvPr id="0" name=""/>
        <dsp:cNvSpPr/>
      </dsp:nvSpPr>
      <dsp:spPr>
        <a:xfrm rot="5400000">
          <a:off x="2165279" y="4449472"/>
          <a:ext cx="237261" cy="2847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b="1" kern="1200">
            <a:solidFill>
              <a:schemeClr val="tx1"/>
            </a:solidFill>
          </a:endParaRPr>
        </a:p>
      </dsp:txBody>
      <dsp:txXfrm rot="-5400000">
        <a:off x="2198496" y="4473198"/>
        <a:ext cx="170828" cy="166083"/>
      </dsp:txXfrm>
    </dsp:sp>
    <dsp:sp modelId="{BEC08102-64D7-4C3C-8077-DD92FA03310B}">
      <dsp:nvSpPr>
        <dsp:cNvPr id="0" name=""/>
        <dsp:cNvSpPr/>
      </dsp:nvSpPr>
      <dsp:spPr>
        <a:xfrm>
          <a:off x="1018513" y="4750004"/>
          <a:ext cx="2530793" cy="63269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>
              <a:solidFill>
                <a:schemeClr val="tx1"/>
              </a:solidFill>
            </a:rPr>
            <a:t>Réduction significative de dimension PCA</a:t>
          </a:r>
        </a:p>
      </dsp:txBody>
      <dsp:txXfrm>
        <a:off x="1037044" y="4768535"/>
        <a:ext cx="2493731" cy="59563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CB4A1F-AD56-4F27-8C63-037B8089BAD9}">
      <dsp:nvSpPr>
        <dsp:cNvPr id="0" name=""/>
        <dsp:cNvSpPr/>
      </dsp:nvSpPr>
      <dsp:spPr>
        <a:xfrm>
          <a:off x="-3009206" y="-463426"/>
          <a:ext cx="3589796" cy="3589796"/>
        </a:xfrm>
        <a:prstGeom prst="blockArc">
          <a:avLst>
            <a:gd name="adj1" fmla="val 18900000"/>
            <a:gd name="adj2" fmla="val 2700000"/>
            <a:gd name="adj3" fmla="val 602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CC81BA-81ED-41E7-86FC-E7D1734B0D9F}">
      <dsp:nvSpPr>
        <dsp:cNvPr id="0" name=""/>
        <dsp:cNvSpPr/>
      </dsp:nvSpPr>
      <dsp:spPr>
        <a:xfrm>
          <a:off x="304602" y="204727"/>
          <a:ext cx="1881140" cy="409667"/>
        </a:xfrm>
        <a:prstGeom prst="rect">
          <a:avLst/>
        </a:prstGeom>
        <a:solidFill>
          <a:srgbClr val="2FA3EE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1854" tIns="27940" rIns="27940" bIns="279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000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sélection du kernel </a:t>
          </a:r>
          <a:r>
            <a:rPr lang="fr-FR" sz="1000" kern="1200" dirty="0" err="1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PySpark</a:t>
          </a:r>
          <a:endParaRPr lang="fr-FR" sz="1000" kern="1200" dirty="0">
            <a:solidFill>
              <a:prstClr val="black"/>
            </a:solidFill>
            <a:latin typeface="Tw Cen MT" panose="020B0602020104020603"/>
            <a:ea typeface="+mn-ea"/>
            <a:cs typeface="+mn-cs"/>
          </a:endParaRPr>
        </a:p>
      </dsp:txBody>
      <dsp:txXfrm>
        <a:off x="304602" y="204727"/>
        <a:ext cx="1881140" cy="409667"/>
      </dsp:txXfrm>
    </dsp:sp>
    <dsp:sp modelId="{3BF0FA2C-282E-485C-8681-BA279915391F}">
      <dsp:nvSpPr>
        <dsp:cNvPr id="0" name=""/>
        <dsp:cNvSpPr/>
      </dsp:nvSpPr>
      <dsp:spPr>
        <a:xfrm>
          <a:off x="48560" y="153518"/>
          <a:ext cx="512084" cy="5120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696785-67E9-4C13-947C-F292F2A6A1DC}">
      <dsp:nvSpPr>
        <dsp:cNvPr id="0" name=""/>
        <dsp:cNvSpPr/>
      </dsp:nvSpPr>
      <dsp:spPr>
        <a:xfrm>
          <a:off x="539474" y="819334"/>
          <a:ext cx="1646269" cy="409667"/>
        </a:xfrm>
        <a:prstGeom prst="rect">
          <a:avLst/>
        </a:prstGeom>
        <a:solidFill>
          <a:srgbClr val="2FA3EE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173" tIns="25400" rIns="25400" bIns="254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000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lecture des images depuis S3 </a:t>
          </a:r>
        </a:p>
      </dsp:txBody>
      <dsp:txXfrm>
        <a:off x="539474" y="819334"/>
        <a:ext cx="1646269" cy="409667"/>
      </dsp:txXfrm>
    </dsp:sp>
    <dsp:sp modelId="{86EE7582-E7DC-4D70-9342-AC30C3B51C7E}">
      <dsp:nvSpPr>
        <dsp:cNvPr id="0" name=""/>
        <dsp:cNvSpPr/>
      </dsp:nvSpPr>
      <dsp:spPr>
        <a:xfrm>
          <a:off x="283432" y="768126"/>
          <a:ext cx="512084" cy="5120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C9869-46ED-4FA5-9E90-549048114CA0}">
      <dsp:nvSpPr>
        <dsp:cNvPr id="0" name=""/>
        <dsp:cNvSpPr/>
      </dsp:nvSpPr>
      <dsp:spPr>
        <a:xfrm>
          <a:off x="539474" y="1433942"/>
          <a:ext cx="1646269" cy="409667"/>
        </a:xfrm>
        <a:prstGeom prst="rect">
          <a:avLst/>
        </a:prstGeom>
        <a:solidFill>
          <a:srgbClr val="2FA3EE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173" tIns="25400" rIns="25400" bIns="254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000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traitement Spark (avec optimisation)</a:t>
          </a:r>
        </a:p>
      </dsp:txBody>
      <dsp:txXfrm>
        <a:off x="539474" y="1433942"/>
        <a:ext cx="1646269" cy="409667"/>
      </dsp:txXfrm>
    </dsp:sp>
    <dsp:sp modelId="{7E088600-DB05-439B-84EF-7100DBE80976}">
      <dsp:nvSpPr>
        <dsp:cNvPr id="0" name=""/>
        <dsp:cNvSpPr/>
      </dsp:nvSpPr>
      <dsp:spPr>
        <a:xfrm>
          <a:off x="283432" y="1382733"/>
          <a:ext cx="512084" cy="5120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894A93-AA8B-47CC-B9E8-754C8953A1B1}">
      <dsp:nvSpPr>
        <dsp:cNvPr id="0" name=""/>
        <dsp:cNvSpPr/>
      </dsp:nvSpPr>
      <dsp:spPr>
        <a:xfrm>
          <a:off x="304602" y="2048549"/>
          <a:ext cx="1881140" cy="4096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173" tIns="25400" rIns="25400" bIns="254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000" kern="1200" dirty="0">
              <a:solidFill>
                <a:schemeClr val="bg1"/>
              </a:solidFill>
            </a:rPr>
            <a:t>écriture des fichiers Parquet dans S3</a:t>
          </a:r>
        </a:p>
      </dsp:txBody>
      <dsp:txXfrm>
        <a:off x="304602" y="2048549"/>
        <a:ext cx="1881140" cy="409667"/>
      </dsp:txXfrm>
    </dsp:sp>
    <dsp:sp modelId="{5E50BF72-9335-4EF9-81ED-65C0E6D90F9C}">
      <dsp:nvSpPr>
        <dsp:cNvPr id="0" name=""/>
        <dsp:cNvSpPr/>
      </dsp:nvSpPr>
      <dsp:spPr>
        <a:xfrm>
          <a:off x="48560" y="1997341"/>
          <a:ext cx="512084" cy="5120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46A14C-617E-467C-9774-156C5CC547B6}">
      <dsp:nvSpPr>
        <dsp:cNvPr id="0" name=""/>
        <dsp:cNvSpPr/>
      </dsp:nvSpPr>
      <dsp:spPr>
        <a:xfrm>
          <a:off x="1238" y="0"/>
          <a:ext cx="1927585" cy="150112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>
              <a:solidFill>
                <a:schemeClr val="tx1"/>
              </a:solidFill>
            </a:rPr>
            <a:t>Création d'un </a:t>
          </a:r>
          <a:r>
            <a:rPr lang="fr-FR" sz="1800" b="1" kern="1200" dirty="0" err="1">
              <a:solidFill>
                <a:schemeClr val="tx1"/>
              </a:solidFill>
            </a:rPr>
            <a:t>DataFrame</a:t>
          </a:r>
          <a:r>
            <a:rPr lang="fr-FR" sz="1800" b="1" kern="1200" dirty="0">
              <a:solidFill>
                <a:schemeClr val="tx1"/>
              </a:solidFill>
            </a:rPr>
            <a:t> Spark. </a:t>
          </a:r>
          <a:endParaRPr lang="fr-FR" sz="1800" kern="1200" dirty="0">
            <a:solidFill>
              <a:schemeClr val="tx1"/>
            </a:solidFill>
          </a:endParaRPr>
        </a:p>
      </dsp:txBody>
      <dsp:txXfrm>
        <a:off x="1238" y="600450"/>
        <a:ext cx="1927585" cy="600450"/>
      </dsp:txXfrm>
    </dsp:sp>
    <dsp:sp modelId="{AF3040A6-9338-4424-8D77-CAC3F9FD1B56}">
      <dsp:nvSpPr>
        <dsp:cNvPr id="0" name=""/>
        <dsp:cNvSpPr/>
      </dsp:nvSpPr>
      <dsp:spPr>
        <a:xfrm>
          <a:off x="715094" y="90067"/>
          <a:ext cx="499874" cy="499874"/>
        </a:xfrm>
        <a:prstGeom prst="ellipse">
          <a:avLst/>
        </a:prstGeom>
        <a:blipFill dpi="0" rotWithShape="1">
          <a:blip xmlns:r="http://schemas.openxmlformats.org/officeDocument/2006/relationships" r:embed="rId1"/>
          <a:srcRect/>
          <a:stretch>
            <a:fillRect t="21813" b="21813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EAA7C6-44A6-4C15-9527-DD45B101FCE7}">
      <dsp:nvSpPr>
        <dsp:cNvPr id="0" name=""/>
        <dsp:cNvSpPr/>
      </dsp:nvSpPr>
      <dsp:spPr>
        <a:xfrm>
          <a:off x="1986652" y="0"/>
          <a:ext cx="1927585" cy="1501125"/>
        </a:xfrm>
        <a:prstGeom prst="roundRect">
          <a:avLst>
            <a:gd name="adj" fmla="val 10000"/>
          </a:avLst>
        </a:prstGeom>
        <a:solidFill>
          <a:schemeClr val="accent4">
            <a:hueOff val="-494707"/>
            <a:satOff val="-2845"/>
            <a:lumOff val="-225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>
              <a:solidFill>
                <a:schemeClr val="tx1"/>
              </a:solidFill>
            </a:rPr>
            <a:t>Sauvegarde au format Parquet. </a:t>
          </a:r>
          <a:endParaRPr lang="fr-FR" sz="1800" kern="1200" dirty="0">
            <a:solidFill>
              <a:schemeClr val="tx1"/>
            </a:solidFill>
          </a:endParaRPr>
        </a:p>
      </dsp:txBody>
      <dsp:txXfrm>
        <a:off x="1986652" y="600450"/>
        <a:ext cx="1927585" cy="600450"/>
      </dsp:txXfrm>
    </dsp:sp>
    <dsp:sp modelId="{A987AFD0-48B3-4F12-9995-340B69F3DF7E}">
      <dsp:nvSpPr>
        <dsp:cNvPr id="0" name=""/>
        <dsp:cNvSpPr/>
      </dsp:nvSpPr>
      <dsp:spPr>
        <a:xfrm>
          <a:off x="2700508" y="90067"/>
          <a:ext cx="499874" cy="499874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 t="-2000" b="-2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7D1CCB-B4B9-48D1-8BE6-5DE8496287E7}">
      <dsp:nvSpPr>
        <dsp:cNvPr id="0" name=""/>
        <dsp:cNvSpPr/>
      </dsp:nvSpPr>
      <dsp:spPr>
        <a:xfrm>
          <a:off x="3972066" y="0"/>
          <a:ext cx="1927585" cy="1501125"/>
        </a:xfrm>
        <a:prstGeom prst="roundRect">
          <a:avLst>
            <a:gd name="adj" fmla="val 10000"/>
          </a:avLst>
        </a:prstGeom>
        <a:solidFill>
          <a:schemeClr val="accent4">
            <a:hueOff val="-989414"/>
            <a:satOff val="-5690"/>
            <a:lumOff val="-451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>
              <a:solidFill>
                <a:schemeClr val="tx1"/>
              </a:solidFill>
            </a:rPr>
            <a:t>Enregistrement dans Amazon S3</a:t>
          </a:r>
          <a:endParaRPr lang="fr-FR" sz="1800" kern="1200" dirty="0">
            <a:solidFill>
              <a:schemeClr val="tx1"/>
            </a:solidFill>
          </a:endParaRPr>
        </a:p>
      </dsp:txBody>
      <dsp:txXfrm>
        <a:off x="3972066" y="600450"/>
        <a:ext cx="1927585" cy="600450"/>
      </dsp:txXfrm>
    </dsp:sp>
    <dsp:sp modelId="{DA6552D2-A95E-4005-AE2E-3CEF6AE69D13}">
      <dsp:nvSpPr>
        <dsp:cNvPr id="0" name=""/>
        <dsp:cNvSpPr/>
      </dsp:nvSpPr>
      <dsp:spPr>
        <a:xfrm>
          <a:off x="4685921" y="90067"/>
          <a:ext cx="499874" cy="499874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A9E651-4B08-437C-B3E7-0869BC3AD548}">
      <dsp:nvSpPr>
        <dsp:cNvPr id="0" name=""/>
        <dsp:cNvSpPr/>
      </dsp:nvSpPr>
      <dsp:spPr>
        <a:xfrm>
          <a:off x="236035" y="1200900"/>
          <a:ext cx="5428819" cy="225168"/>
        </a:xfrm>
        <a:prstGeom prst="left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3BFC34-55C8-4E54-A46C-8378B617C1BB}">
      <dsp:nvSpPr>
        <dsp:cNvPr id="0" name=""/>
        <dsp:cNvSpPr/>
      </dsp:nvSpPr>
      <dsp:spPr>
        <a:xfrm>
          <a:off x="0" y="141821"/>
          <a:ext cx="6027271" cy="41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0" kern="1200">
              <a:solidFill>
                <a:schemeClr val="tx1"/>
              </a:solidFill>
              <a:latin typeface="+mn-lt"/>
            </a:rPr>
            <a:t>Protection des données personnelles </a:t>
          </a:r>
          <a:endParaRPr lang="fr-FR" sz="1800" b="0" kern="1200" dirty="0">
            <a:solidFill>
              <a:schemeClr val="tx1"/>
            </a:solidFill>
            <a:latin typeface="+mn-lt"/>
          </a:endParaRPr>
        </a:p>
      </dsp:txBody>
      <dsp:txXfrm>
        <a:off x="20104" y="161925"/>
        <a:ext cx="5987063" cy="371632"/>
      </dsp:txXfrm>
    </dsp:sp>
    <dsp:sp modelId="{DAF7F09F-0763-4E1B-8FEB-0FB851D9BFC9}">
      <dsp:nvSpPr>
        <dsp:cNvPr id="0" name=""/>
        <dsp:cNvSpPr/>
      </dsp:nvSpPr>
      <dsp:spPr>
        <a:xfrm>
          <a:off x="0" y="527373"/>
          <a:ext cx="6027271" cy="41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0" kern="1200">
              <a:solidFill>
                <a:schemeClr val="tx1"/>
              </a:solidFill>
              <a:latin typeface="+mn-lt"/>
            </a:rPr>
            <a:t>Finalité et minimalisation</a:t>
          </a:r>
          <a:endParaRPr lang="fr-FR" sz="1800" b="0" kern="1200" dirty="0">
            <a:solidFill>
              <a:schemeClr val="tx1"/>
            </a:solidFill>
            <a:latin typeface="+mn-lt"/>
          </a:endParaRPr>
        </a:p>
      </dsp:txBody>
      <dsp:txXfrm>
        <a:off x="20104" y="547477"/>
        <a:ext cx="5987063" cy="371632"/>
      </dsp:txXfrm>
    </dsp:sp>
    <dsp:sp modelId="{C23A023D-CC91-4003-8186-3C977144C553}">
      <dsp:nvSpPr>
        <dsp:cNvPr id="0" name=""/>
        <dsp:cNvSpPr/>
      </dsp:nvSpPr>
      <dsp:spPr>
        <a:xfrm>
          <a:off x="0" y="939213"/>
          <a:ext cx="6027271" cy="546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366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800" b="0" kern="1200">
              <a:solidFill>
                <a:schemeClr val="tx1"/>
              </a:solidFill>
              <a:latin typeface="+mn-lt"/>
            </a:rPr>
            <a:t>Pas de données personnelles</a:t>
          </a:r>
          <a:endParaRPr lang="fr-FR" sz="1800" b="0" kern="1200" dirty="0">
            <a:solidFill>
              <a:schemeClr val="tx1"/>
            </a:solidFill>
            <a:latin typeface="+mn-lt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800" b="0" kern="1200">
              <a:solidFill>
                <a:schemeClr val="tx1"/>
              </a:solidFill>
              <a:latin typeface="+mn-lt"/>
            </a:rPr>
            <a:t>Uniquement des images de fruits.</a:t>
          </a:r>
          <a:endParaRPr lang="fr-FR" sz="1800" b="0" kern="1200" dirty="0">
            <a:solidFill>
              <a:schemeClr val="tx1"/>
            </a:solidFill>
            <a:latin typeface="+mn-lt"/>
          </a:endParaRPr>
        </a:p>
      </dsp:txBody>
      <dsp:txXfrm>
        <a:off x="0" y="939213"/>
        <a:ext cx="6027271" cy="546480"/>
      </dsp:txXfrm>
    </dsp:sp>
    <dsp:sp modelId="{06B43510-0773-4C22-A3B5-2046E484311B}">
      <dsp:nvSpPr>
        <dsp:cNvPr id="0" name=""/>
        <dsp:cNvSpPr/>
      </dsp:nvSpPr>
      <dsp:spPr>
        <a:xfrm>
          <a:off x="0" y="1485693"/>
          <a:ext cx="6027271" cy="41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0" kern="1200">
              <a:solidFill>
                <a:schemeClr val="tx1"/>
              </a:solidFill>
              <a:latin typeface="+mn-lt"/>
            </a:rPr>
            <a:t>Localisation des données</a:t>
          </a:r>
          <a:endParaRPr lang="fr-FR" sz="1800" b="0" kern="1200" dirty="0">
            <a:solidFill>
              <a:schemeClr val="tx1"/>
            </a:solidFill>
            <a:latin typeface="+mn-lt"/>
          </a:endParaRPr>
        </a:p>
      </dsp:txBody>
      <dsp:txXfrm>
        <a:off x="20104" y="1505797"/>
        <a:ext cx="5987063" cy="371632"/>
      </dsp:txXfrm>
    </dsp:sp>
    <dsp:sp modelId="{E3892596-847E-416D-859C-1A7FB6A0C194}">
      <dsp:nvSpPr>
        <dsp:cNvPr id="0" name=""/>
        <dsp:cNvSpPr/>
      </dsp:nvSpPr>
      <dsp:spPr>
        <a:xfrm>
          <a:off x="0" y="1897533"/>
          <a:ext cx="6027271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366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800" b="0" kern="1200">
              <a:solidFill>
                <a:schemeClr val="tx1"/>
              </a:solidFill>
              <a:latin typeface="+mn-lt"/>
            </a:rPr>
            <a:t>Région AWS Europe (Paris – eu-west-3)</a:t>
          </a:r>
          <a:endParaRPr lang="fr-FR" sz="1800" b="0" kern="1200" dirty="0">
            <a:solidFill>
              <a:schemeClr val="tx1"/>
            </a:solidFill>
            <a:latin typeface="+mn-lt"/>
          </a:endParaRPr>
        </a:p>
      </dsp:txBody>
      <dsp:txXfrm>
        <a:off x="0" y="1897533"/>
        <a:ext cx="6027271" cy="364320"/>
      </dsp:txXfrm>
    </dsp:sp>
    <dsp:sp modelId="{84235191-59DB-45B9-B553-D98F0806653D}">
      <dsp:nvSpPr>
        <dsp:cNvPr id="0" name=""/>
        <dsp:cNvSpPr/>
      </dsp:nvSpPr>
      <dsp:spPr>
        <a:xfrm>
          <a:off x="0" y="2261853"/>
          <a:ext cx="6027271" cy="41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0" kern="1200" dirty="0">
              <a:solidFill>
                <a:schemeClr val="tx1"/>
              </a:solidFill>
              <a:latin typeface="+mn-lt"/>
            </a:rPr>
            <a:t>Contrôle des accès	</a:t>
          </a:r>
        </a:p>
      </dsp:txBody>
      <dsp:txXfrm>
        <a:off x="20104" y="2281957"/>
        <a:ext cx="5987063" cy="371632"/>
      </dsp:txXfrm>
    </dsp:sp>
    <dsp:sp modelId="{71A591A4-BDCD-476A-BF58-303FB63FDEAF}">
      <dsp:nvSpPr>
        <dsp:cNvPr id="0" name=""/>
        <dsp:cNvSpPr/>
      </dsp:nvSpPr>
      <dsp:spPr>
        <a:xfrm>
          <a:off x="0" y="2673693"/>
          <a:ext cx="6027271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366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800" b="0" kern="1200">
              <a:solidFill>
                <a:schemeClr val="tx1"/>
              </a:solidFill>
              <a:latin typeface="+mn-lt"/>
            </a:rPr>
            <a:t>Rôles IAM</a:t>
          </a:r>
          <a:endParaRPr lang="fr-FR" sz="1800" b="0" kern="1200" dirty="0">
            <a:solidFill>
              <a:schemeClr val="tx1"/>
            </a:solidFill>
            <a:latin typeface="+mn-lt"/>
          </a:endParaRPr>
        </a:p>
      </dsp:txBody>
      <dsp:txXfrm>
        <a:off x="0" y="2673693"/>
        <a:ext cx="6027271" cy="364320"/>
      </dsp:txXfrm>
    </dsp:sp>
    <dsp:sp modelId="{07473286-E402-4B5A-B971-19B71D0DF9E4}">
      <dsp:nvSpPr>
        <dsp:cNvPr id="0" name=""/>
        <dsp:cNvSpPr/>
      </dsp:nvSpPr>
      <dsp:spPr>
        <a:xfrm>
          <a:off x="0" y="3038013"/>
          <a:ext cx="6027271" cy="41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0" kern="1200">
              <a:solidFill>
                <a:schemeClr val="tx1"/>
              </a:solidFill>
              <a:latin typeface="+mn-lt"/>
            </a:rPr>
            <a:t>Sécurisation du stockage	</a:t>
          </a:r>
          <a:endParaRPr lang="fr-FR" sz="1800" b="0" kern="1200" dirty="0">
            <a:solidFill>
              <a:schemeClr val="tx1"/>
            </a:solidFill>
            <a:latin typeface="+mn-lt"/>
          </a:endParaRPr>
        </a:p>
      </dsp:txBody>
      <dsp:txXfrm>
        <a:off x="20104" y="3058117"/>
        <a:ext cx="5987063" cy="371632"/>
      </dsp:txXfrm>
    </dsp:sp>
    <dsp:sp modelId="{635DC27B-848E-4BFA-89BD-D9094F8F0659}">
      <dsp:nvSpPr>
        <dsp:cNvPr id="0" name=""/>
        <dsp:cNvSpPr/>
      </dsp:nvSpPr>
      <dsp:spPr>
        <a:xfrm>
          <a:off x="0" y="3449853"/>
          <a:ext cx="6027271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366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800" b="0" kern="1200">
              <a:solidFill>
                <a:schemeClr val="tx1"/>
              </a:solidFill>
              <a:latin typeface="+mn-lt"/>
            </a:rPr>
            <a:t>Chiffrement des objets dans Amazon S3 (SSE-S3)</a:t>
          </a:r>
          <a:endParaRPr lang="fr-FR" sz="1800" b="0" kern="1200" dirty="0">
            <a:solidFill>
              <a:schemeClr val="tx1"/>
            </a:solidFill>
            <a:latin typeface="+mn-lt"/>
          </a:endParaRPr>
        </a:p>
      </dsp:txBody>
      <dsp:txXfrm>
        <a:off x="0" y="3449853"/>
        <a:ext cx="6027271" cy="364320"/>
      </dsp:txXfrm>
    </dsp:sp>
    <dsp:sp modelId="{779CDF6C-0933-47AF-8C8C-330704A31A68}">
      <dsp:nvSpPr>
        <dsp:cNvPr id="0" name=""/>
        <dsp:cNvSpPr/>
      </dsp:nvSpPr>
      <dsp:spPr>
        <a:xfrm>
          <a:off x="0" y="3814173"/>
          <a:ext cx="6027271" cy="41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0" kern="1200">
              <a:solidFill>
                <a:schemeClr val="tx1"/>
              </a:solidFill>
              <a:latin typeface="+mn-lt"/>
            </a:rPr>
            <a:t>Traitement des données	</a:t>
          </a:r>
          <a:endParaRPr lang="fr-FR" sz="1800" b="0" kern="1200" dirty="0">
            <a:solidFill>
              <a:schemeClr val="tx1"/>
            </a:solidFill>
            <a:latin typeface="+mn-lt"/>
          </a:endParaRPr>
        </a:p>
      </dsp:txBody>
      <dsp:txXfrm>
        <a:off x="20104" y="3834277"/>
        <a:ext cx="5987063" cy="371632"/>
      </dsp:txXfrm>
    </dsp:sp>
    <dsp:sp modelId="{7109735E-709F-48BE-BC55-0839E37B36A2}">
      <dsp:nvSpPr>
        <dsp:cNvPr id="0" name=""/>
        <dsp:cNvSpPr/>
      </dsp:nvSpPr>
      <dsp:spPr>
        <a:xfrm>
          <a:off x="0" y="4226013"/>
          <a:ext cx="6027271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366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800" b="0" kern="1200">
              <a:solidFill>
                <a:schemeClr val="tx1"/>
              </a:solidFill>
              <a:latin typeface="+mn-lt"/>
            </a:rPr>
            <a:t>Exécution sur EMR sans téléchargement local des données</a:t>
          </a:r>
          <a:endParaRPr lang="fr-FR" sz="1800" b="0" kern="1200" dirty="0">
            <a:solidFill>
              <a:schemeClr val="tx1"/>
            </a:solidFill>
            <a:latin typeface="+mn-lt"/>
          </a:endParaRPr>
        </a:p>
      </dsp:txBody>
      <dsp:txXfrm>
        <a:off x="0" y="4226013"/>
        <a:ext cx="6027271" cy="364320"/>
      </dsp:txXfrm>
    </dsp:sp>
    <dsp:sp modelId="{CE680BA3-1B81-410D-9D58-A6F5CF988F73}">
      <dsp:nvSpPr>
        <dsp:cNvPr id="0" name=""/>
        <dsp:cNvSpPr/>
      </dsp:nvSpPr>
      <dsp:spPr>
        <a:xfrm>
          <a:off x="0" y="4590333"/>
          <a:ext cx="6027271" cy="41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0" kern="1200">
              <a:solidFill>
                <a:schemeClr val="tx1"/>
              </a:solidFill>
              <a:latin typeface="+mn-lt"/>
            </a:rPr>
            <a:t>Traçabilité</a:t>
          </a:r>
          <a:endParaRPr lang="fr-FR" sz="1800" b="0" kern="1200" dirty="0">
            <a:solidFill>
              <a:schemeClr val="tx1"/>
            </a:solidFill>
            <a:latin typeface="+mn-lt"/>
          </a:endParaRPr>
        </a:p>
      </dsp:txBody>
      <dsp:txXfrm>
        <a:off x="20104" y="4610437"/>
        <a:ext cx="5987063" cy="371632"/>
      </dsp:txXfrm>
    </dsp:sp>
    <dsp:sp modelId="{E5066FA7-0DCD-45E4-9C9C-A110ECBFF76E}">
      <dsp:nvSpPr>
        <dsp:cNvPr id="0" name=""/>
        <dsp:cNvSpPr/>
      </dsp:nvSpPr>
      <dsp:spPr>
        <a:xfrm>
          <a:off x="0" y="5002173"/>
          <a:ext cx="6027271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366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800" b="0" kern="1200">
              <a:solidFill>
                <a:schemeClr val="tx1"/>
              </a:solidFill>
              <a:latin typeface="+mn-lt"/>
            </a:rPr>
            <a:t>Journalisation des accès via AWS</a:t>
          </a:r>
          <a:endParaRPr lang="fr-FR" sz="1800" b="0" kern="1200" dirty="0">
            <a:solidFill>
              <a:schemeClr val="tx1"/>
            </a:solidFill>
            <a:latin typeface="+mn-lt"/>
          </a:endParaRPr>
        </a:p>
      </dsp:txBody>
      <dsp:txXfrm>
        <a:off x="0" y="5002173"/>
        <a:ext cx="6027271" cy="36432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53CFC3-5F49-475E-A651-BA06F9F9F9CE}">
      <dsp:nvSpPr>
        <dsp:cNvPr id="0" name=""/>
        <dsp:cNvSpPr/>
      </dsp:nvSpPr>
      <dsp:spPr>
        <a:xfrm>
          <a:off x="0" y="296376"/>
          <a:ext cx="5614366" cy="826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5737" tIns="312420" rIns="435737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b="1" kern="1200">
              <a:solidFill>
                <a:schemeClr val="tx1"/>
              </a:solidFill>
            </a:rPr>
            <a:t>Amazon EMR</a:t>
          </a:r>
          <a:endParaRPr lang="fr-FR" sz="1500" kern="1200" dirty="0">
            <a:solidFill>
              <a:schemeClr val="tx1"/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b="1" kern="1200">
              <a:solidFill>
                <a:schemeClr val="tx1"/>
              </a:solidFill>
            </a:rPr>
            <a:t>Spark</a:t>
          </a:r>
          <a:endParaRPr lang="fr-FR" sz="1500" kern="1200" dirty="0">
            <a:solidFill>
              <a:schemeClr val="tx1"/>
            </a:solidFill>
          </a:endParaRPr>
        </a:p>
      </dsp:txBody>
      <dsp:txXfrm>
        <a:off x="0" y="296376"/>
        <a:ext cx="5614366" cy="826875"/>
      </dsp:txXfrm>
    </dsp:sp>
    <dsp:sp modelId="{C6C2E751-2125-4FE0-A13C-B394D59F2584}">
      <dsp:nvSpPr>
        <dsp:cNvPr id="0" name=""/>
        <dsp:cNvSpPr/>
      </dsp:nvSpPr>
      <dsp:spPr>
        <a:xfrm>
          <a:off x="280718" y="74976"/>
          <a:ext cx="3930056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47" tIns="0" rIns="14854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kern="1200" dirty="0">
              <a:solidFill>
                <a:schemeClr val="tx1"/>
              </a:solidFill>
            </a:rPr>
            <a:t>Architecture scalable</a:t>
          </a:r>
          <a:endParaRPr lang="fr-FR" sz="1500" kern="1200" dirty="0">
            <a:solidFill>
              <a:schemeClr val="tx1"/>
            </a:solidFill>
          </a:endParaRPr>
        </a:p>
      </dsp:txBody>
      <dsp:txXfrm>
        <a:off x="302334" y="96592"/>
        <a:ext cx="3886824" cy="399568"/>
      </dsp:txXfrm>
    </dsp:sp>
    <dsp:sp modelId="{C0EC714D-205E-4A27-8C6F-ED17CFA088FA}">
      <dsp:nvSpPr>
        <dsp:cNvPr id="0" name=""/>
        <dsp:cNvSpPr/>
      </dsp:nvSpPr>
      <dsp:spPr>
        <a:xfrm>
          <a:off x="0" y="1425651"/>
          <a:ext cx="5614366" cy="614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5737" tIns="312420" rIns="435737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b="1" kern="1200" dirty="0">
              <a:solidFill>
                <a:schemeClr val="tx1"/>
              </a:solidFill>
            </a:rPr>
            <a:t>gérer un grand volume d'images </a:t>
          </a:r>
          <a:endParaRPr lang="fr-FR" sz="1500" kern="1200" dirty="0">
            <a:solidFill>
              <a:schemeClr val="tx1"/>
            </a:solidFill>
          </a:endParaRPr>
        </a:p>
      </dsp:txBody>
      <dsp:txXfrm>
        <a:off x="0" y="1425651"/>
        <a:ext cx="5614366" cy="614250"/>
      </dsp:txXfrm>
    </dsp:sp>
    <dsp:sp modelId="{06A6E24D-2E18-4DE5-B01B-ED40FA2260D2}">
      <dsp:nvSpPr>
        <dsp:cNvPr id="0" name=""/>
        <dsp:cNvSpPr/>
      </dsp:nvSpPr>
      <dsp:spPr>
        <a:xfrm>
          <a:off x="280718" y="1204251"/>
          <a:ext cx="3930056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47" tIns="0" rIns="14854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kern="1200">
              <a:solidFill>
                <a:schemeClr val="tx1"/>
              </a:solidFill>
            </a:rPr>
            <a:t>Traitement distribué</a:t>
          </a:r>
          <a:endParaRPr lang="fr-FR" sz="1500" kern="1200" dirty="0">
            <a:solidFill>
              <a:schemeClr val="tx1"/>
            </a:solidFill>
          </a:endParaRPr>
        </a:p>
      </dsp:txBody>
      <dsp:txXfrm>
        <a:off x="302334" y="1225867"/>
        <a:ext cx="3886824" cy="399568"/>
      </dsp:txXfrm>
    </dsp:sp>
    <dsp:sp modelId="{3901E464-4A33-4D44-BC9B-8A940082EACB}">
      <dsp:nvSpPr>
        <dsp:cNvPr id="0" name=""/>
        <dsp:cNvSpPr/>
      </dsp:nvSpPr>
      <dsp:spPr>
        <a:xfrm>
          <a:off x="0" y="2342301"/>
          <a:ext cx="5614366" cy="614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5737" tIns="312420" rIns="435737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b="1" kern="1200">
              <a:solidFill>
                <a:schemeClr val="tx1"/>
              </a:solidFill>
            </a:rPr>
            <a:t>Séparation du stockage (S3) et du calcul (EMR)</a:t>
          </a:r>
          <a:endParaRPr lang="fr-FR" sz="1500" kern="1200" dirty="0">
            <a:solidFill>
              <a:schemeClr val="tx1"/>
            </a:solidFill>
          </a:endParaRPr>
        </a:p>
      </dsp:txBody>
      <dsp:txXfrm>
        <a:off x="0" y="2342301"/>
        <a:ext cx="5614366" cy="614250"/>
      </dsp:txXfrm>
    </dsp:sp>
    <dsp:sp modelId="{3DC7AD17-1BE3-4343-A4E1-7F27D72F5FFD}">
      <dsp:nvSpPr>
        <dsp:cNvPr id="0" name=""/>
        <dsp:cNvSpPr/>
      </dsp:nvSpPr>
      <dsp:spPr>
        <a:xfrm>
          <a:off x="280718" y="2120901"/>
          <a:ext cx="3930056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47" tIns="0" rIns="14854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kern="1200">
              <a:solidFill>
                <a:schemeClr val="tx1"/>
              </a:solidFill>
            </a:rPr>
            <a:t>Flexibilité</a:t>
          </a:r>
          <a:endParaRPr lang="fr-FR" sz="1500" kern="1200" dirty="0">
            <a:solidFill>
              <a:schemeClr val="tx1"/>
            </a:solidFill>
          </a:endParaRPr>
        </a:p>
      </dsp:txBody>
      <dsp:txXfrm>
        <a:off x="302334" y="2142517"/>
        <a:ext cx="3886824" cy="399568"/>
      </dsp:txXfrm>
    </dsp:sp>
    <dsp:sp modelId="{E4063A27-C013-449F-9A8C-3F5CCCDC0087}">
      <dsp:nvSpPr>
        <dsp:cNvPr id="0" name=""/>
        <dsp:cNvSpPr/>
      </dsp:nvSpPr>
      <dsp:spPr>
        <a:xfrm>
          <a:off x="0" y="3258951"/>
          <a:ext cx="5614366" cy="826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5737" tIns="312420" rIns="435737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b="1" kern="1200">
              <a:solidFill>
                <a:schemeClr val="tx1"/>
              </a:solidFill>
            </a:rPr>
            <a:t>Broadcast</a:t>
          </a:r>
          <a:endParaRPr lang="fr-FR" sz="1500" kern="1200" dirty="0">
            <a:solidFill>
              <a:schemeClr val="tx1"/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b="1" kern="1200" dirty="0">
              <a:solidFill>
                <a:schemeClr val="tx1"/>
              </a:solidFill>
            </a:rPr>
            <a:t>Réduction de la taille des données avec la PCA.</a:t>
          </a:r>
          <a:endParaRPr lang="fr-FR" sz="1500" kern="1200" dirty="0">
            <a:solidFill>
              <a:schemeClr val="tx1"/>
            </a:solidFill>
          </a:endParaRPr>
        </a:p>
      </dsp:txBody>
      <dsp:txXfrm>
        <a:off x="0" y="3258951"/>
        <a:ext cx="5614366" cy="826875"/>
      </dsp:txXfrm>
    </dsp:sp>
    <dsp:sp modelId="{7B885DB5-24F8-4C0C-B7A9-6741965FC63A}">
      <dsp:nvSpPr>
        <dsp:cNvPr id="0" name=""/>
        <dsp:cNvSpPr/>
      </dsp:nvSpPr>
      <dsp:spPr>
        <a:xfrm>
          <a:off x="280718" y="3037551"/>
          <a:ext cx="3930056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47" tIns="0" rIns="14854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kern="1200">
              <a:solidFill>
                <a:schemeClr val="tx1"/>
              </a:solidFill>
            </a:rPr>
            <a:t>Optimisation des performances</a:t>
          </a:r>
          <a:endParaRPr lang="fr-FR" sz="1500" kern="1200" dirty="0">
            <a:solidFill>
              <a:schemeClr val="tx1"/>
            </a:solidFill>
          </a:endParaRPr>
        </a:p>
      </dsp:txBody>
      <dsp:txXfrm>
        <a:off x="302334" y="3059167"/>
        <a:ext cx="3886824" cy="39956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BC188E-A62D-4D2A-A5EB-A194AEB04BA4}">
      <dsp:nvSpPr>
        <dsp:cNvPr id="0" name=""/>
        <dsp:cNvSpPr/>
      </dsp:nvSpPr>
      <dsp:spPr>
        <a:xfrm>
          <a:off x="1645895" y="2344355"/>
          <a:ext cx="1518131" cy="151813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>
              <a:solidFill>
                <a:schemeClr val="tx1"/>
              </a:solidFill>
              <a:latin typeface="Aptos" panose="020B0004020202020204" pitchFamily="34" charset="0"/>
            </a:rPr>
            <a:t>→ </a:t>
          </a:r>
          <a:r>
            <a:rPr lang="fr-FR" sz="1500" kern="1200" dirty="0">
              <a:solidFill>
                <a:schemeClr val="tx1"/>
              </a:solidFill>
            </a:rPr>
            <a:t>comparer plusieurs modèles sur un </a:t>
          </a:r>
          <a:r>
            <a:rPr lang="fr-FR" sz="1500" b="1" kern="1200" dirty="0">
              <a:solidFill>
                <a:schemeClr val="tx1"/>
              </a:solidFill>
            </a:rPr>
            <a:t>jeu de test plus réaliste</a:t>
          </a:r>
          <a:endParaRPr lang="fr-FR" sz="1500" kern="1200" dirty="0">
            <a:solidFill>
              <a:schemeClr val="tx1"/>
            </a:solidFill>
          </a:endParaRPr>
        </a:p>
      </dsp:txBody>
      <dsp:txXfrm>
        <a:off x="1868220" y="2566680"/>
        <a:ext cx="1073481" cy="1073481"/>
      </dsp:txXfrm>
    </dsp:sp>
    <dsp:sp modelId="{E1170365-7653-4B83-945D-BA27B82B7CA1}">
      <dsp:nvSpPr>
        <dsp:cNvPr id="0" name=""/>
        <dsp:cNvSpPr/>
      </dsp:nvSpPr>
      <dsp:spPr>
        <a:xfrm rot="12900000">
          <a:off x="611741" y="2059898"/>
          <a:ext cx="1223743" cy="432667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456F1F-5EE9-4F0B-B32D-EC2D74CB7EB1}">
      <dsp:nvSpPr>
        <dsp:cNvPr id="0" name=""/>
        <dsp:cNvSpPr/>
      </dsp:nvSpPr>
      <dsp:spPr>
        <a:xfrm>
          <a:off x="1284" y="1348386"/>
          <a:ext cx="1442225" cy="11537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>
              <a:solidFill>
                <a:schemeClr val="tx1"/>
              </a:solidFill>
            </a:rPr>
            <a:t>photos clients non standardisées (arrière plan, multiple objets, flou, ombre…)</a:t>
          </a:r>
        </a:p>
      </dsp:txBody>
      <dsp:txXfrm>
        <a:off x="35077" y="1382179"/>
        <a:ext cx="1374639" cy="1086194"/>
      </dsp:txXfrm>
    </dsp:sp>
    <dsp:sp modelId="{3DDD00F9-2CDF-4631-97FF-0295428E0E97}">
      <dsp:nvSpPr>
        <dsp:cNvPr id="0" name=""/>
        <dsp:cNvSpPr/>
      </dsp:nvSpPr>
      <dsp:spPr>
        <a:xfrm rot="16200000">
          <a:off x="1793089" y="1444926"/>
          <a:ext cx="1223743" cy="432667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C89745-2678-4226-9EAE-6AB9E2C11155}">
      <dsp:nvSpPr>
        <dsp:cNvPr id="0" name=""/>
        <dsp:cNvSpPr/>
      </dsp:nvSpPr>
      <dsp:spPr>
        <a:xfrm>
          <a:off x="1683848" y="472498"/>
          <a:ext cx="1442225" cy="11537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>
              <a:solidFill>
                <a:schemeClr val="tx1"/>
              </a:solidFill>
            </a:rPr>
            <a:t>Jeu de données standardisées proche d’image net</a:t>
          </a:r>
        </a:p>
      </dsp:txBody>
      <dsp:txXfrm>
        <a:off x="1717641" y="506291"/>
        <a:ext cx="1374639" cy="1086194"/>
      </dsp:txXfrm>
    </dsp:sp>
    <dsp:sp modelId="{E916A31C-10AC-41DE-8F87-E6561608164B}">
      <dsp:nvSpPr>
        <dsp:cNvPr id="0" name=""/>
        <dsp:cNvSpPr/>
      </dsp:nvSpPr>
      <dsp:spPr>
        <a:xfrm rot="19500000">
          <a:off x="2974438" y="2059898"/>
          <a:ext cx="1223743" cy="432667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30D937-1A6B-48B7-84A2-BB05043E474D}">
      <dsp:nvSpPr>
        <dsp:cNvPr id="0" name=""/>
        <dsp:cNvSpPr/>
      </dsp:nvSpPr>
      <dsp:spPr>
        <a:xfrm>
          <a:off x="3366413" y="1348386"/>
          <a:ext cx="1442225" cy="11537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>
              <a:solidFill>
                <a:schemeClr val="tx1"/>
              </a:solidFill>
            </a:rPr>
            <a:t>Comparaison d’autres modèles</a:t>
          </a:r>
        </a:p>
      </dsp:txBody>
      <dsp:txXfrm>
        <a:off x="3400206" y="1382179"/>
        <a:ext cx="1374639" cy="10861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67DA884C-1C7B-E391-4693-F9FAE42490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0B6BE55-E955-93BC-E48B-3184CB12E2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E65BC6-0B19-4ACC-80E6-64211A65D66E}" type="datetimeFigureOut">
              <a:rPr lang="fr-FR" smtClean="0"/>
              <a:t>21/07/2026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6EF8680-E59C-20FC-1CD8-4B90671FBE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0ABC9F8-FB01-D93D-BD64-17CBA770710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FEB7F1-7FB5-4572-B65D-C231F20C914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40578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A37936-CE13-4AA3-BAE5-459267A78857}" type="datetimeFigureOut">
              <a:rPr lang="fr-FR" smtClean="0"/>
              <a:t>21/07/2026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6922B6-DA8B-40F7-8C74-EBC22EA7445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7988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922B6-DA8B-40F7-8C74-EBC22EA74454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9008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D’autres modèles récent (DeiT (adapté pour peu de données), </a:t>
            </a:r>
            <a:r>
              <a:rPr lang="fr-FR" dirty="0" err="1"/>
              <a:t>Swin</a:t>
            </a:r>
            <a:r>
              <a:rPr lang="fr-FR" dirty="0"/>
              <a:t> Transformer, MAE) cherchent à corriger les faiblesses de ViT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922B6-DA8B-40F7-8C74-EBC22EA74454}" type="slidenum">
              <a:rPr lang="fr-FR" smtClean="0"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8581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21/07/2026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75367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21/07/2026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5130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21/07/2026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8420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21/07/2026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29202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21/07/2026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9670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21/07/2026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1387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21/07/2026</a:t>
            </a:fld>
            <a:endParaRPr lang="fr-F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0113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21/07/2026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1279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21/07/2026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353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21/07/2026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24684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21/07/2026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99351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21/07/2026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3771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21/07/2026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4440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21/07/2026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5251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21/07/2026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17980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21/07/2026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98129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21/07/2026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14170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08153E-3AF6-6AE9-1D8B-35D55D782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80" y="385458"/>
            <a:ext cx="10364451" cy="448283"/>
          </a:xfrm>
        </p:spPr>
        <p:txBody>
          <a:bodyPr>
            <a:normAutofit/>
          </a:bodyPr>
          <a:lstStyle>
            <a:lvl1pPr algn="l">
              <a:defRPr sz="2400" cap="none" baseline="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AC1D77-240B-3730-A5D3-F3C5905B3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E47578-6A72-7AAB-1C3A-6464DCF07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21/07/2026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360A06-EE11-433E-0602-84806A606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425D62-DA91-3FC8-615A-847457152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163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0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6096000" y="0"/>
            <a:ext cx="3009900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4" y="1435947"/>
            <a:ext cx="4498971" cy="3041227"/>
          </a:xfrm>
        </p:spPr>
        <p:txBody>
          <a:bodyPr anchor="b">
            <a:noAutofit/>
          </a:bodyPr>
          <a:lstStyle>
            <a:lvl1pPr>
              <a:defRPr sz="5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02470" y="1200150"/>
            <a:ext cx="4006860" cy="44577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499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587375" y="67287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7374" y="4720412"/>
            <a:ext cx="3492501" cy="36512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5123408"/>
            <a:ext cx="3492501" cy="36512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89C402F-EF33-BC3A-77ED-6EE9FAF0EAEA}"/>
              </a:ext>
            </a:extLst>
          </p:cNvPr>
          <p:cNvCxnSpPr>
            <a:cxnSpLocks/>
          </p:cNvCxnSpPr>
          <p:nvPr userDrawn="1"/>
        </p:nvCxnSpPr>
        <p:spPr>
          <a:xfrm>
            <a:off x="1638300" y="584994"/>
            <a:ext cx="996632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747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01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587373" y="830583"/>
            <a:ext cx="11017251" cy="519604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4" y="830582"/>
            <a:ext cx="11017250" cy="2800772"/>
          </a:xfrm>
        </p:spPr>
        <p:txBody>
          <a:bodyPr anchor="b">
            <a:noAutofit/>
          </a:bodyPr>
          <a:lstStyle>
            <a:lvl1pPr algn="ctr">
              <a:defRPr sz="5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>
            <a:cxnSpLocks/>
          </p:cNvCxnSpPr>
          <p:nvPr userDrawn="1"/>
        </p:nvCxnSpPr>
        <p:spPr>
          <a:xfrm>
            <a:off x="1638300" y="584994"/>
            <a:ext cx="996632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499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587375" y="67287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7373" y="3874592"/>
            <a:ext cx="11017252" cy="36512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3" y="4277588"/>
            <a:ext cx="11017252" cy="36512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86302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01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587373" y="0"/>
            <a:ext cx="11017251" cy="3631349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4" y="830582"/>
            <a:ext cx="11017250" cy="2800772"/>
          </a:xfrm>
        </p:spPr>
        <p:txBody>
          <a:bodyPr anchor="b">
            <a:noAutofit/>
          </a:bodyPr>
          <a:lstStyle>
            <a:lvl1pPr algn="ctr">
              <a:defRPr sz="5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>
            <a:cxnSpLocks/>
          </p:cNvCxnSpPr>
          <p:nvPr userDrawn="1"/>
        </p:nvCxnSpPr>
        <p:spPr>
          <a:xfrm>
            <a:off x="1638300" y="584994"/>
            <a:ext cx="996632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499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587375" y="67287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7373" y="3874592"/>
            <a:ext cx="11017252" cy="36512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3" y="4277588"/>
            <a:ext cx="11017252" cy="36512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1486374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S0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9103360" y="584200"/>
            <a:ext cx="3088640" cy="56896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4" y="2380828"/>
            <a:ext cx="5508626" cy="2096346"/>
          </a:xfrm>
        </p:spPr>
        <p:txBody>
          <a:bodyPr>
            <a:noAutofit/>
          </a:bodyPr>
          <a:lstStyle>
            <a:lvl1pPr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02470" y="1200150"/>
            <a:ext cx="5089530" cy="44577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>
            <a:cxnSpLocks/>
          </p:cNvCxnSpPr>
          <p:nvPr userDrawn="1"/>
        </p:nvCxnSpPr>
        <p:spPr>
          <a:xfrm>
            <a:off x="1638300" y="584994"/>
            <a:ext cx="42672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>
            <a:cxnSpLocks/>
          </p:cNvCxnSpPr>
          <p:nvPr userDrawn="1"/>
        </p:nvCxnSpPr>
        <p:spPr>
          <a:xfrm>
            <a:off x="10345266" y="584994"/>
            <a:ext cx="125935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499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587375" y="67287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7374" y="4720412"/>
            <a:ext cx="3492501" cy="365126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Click to edit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5123408"/>
            <a:ext cx="3492501" cy="365126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901847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S02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1173478" y="2247899"/>
            <a:ext cx="9845042" cy="3352797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304" y="2380828"/>
            <a:ext cx="9577389" cy="2096346"/>
          </a:xfrm>
        </p:spPr>
        <p:txBody>
          <a:bodyPr>
            <a:noAutofit/>
          </a:bodyPr>
          <a:lstStyle>
            <a:lvl1pPr algn="ctr"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>
            <a:cxnSpLocks/>
          </p:cNvCxnSpPr>
          <p:nvPr userDrawn="1"/>
        </p:nvCxnSpPr>
        <p:spPr>
          <a:xfrm>
            <a:off x="1638300" y="584994"/>
            <a:ext cx="42672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>
            <a:cxnSpLocks/>
          </p:cNvCxnSpPr>
          <p:nvPr userDrawn="1"/>
        </p:nvCxnSpPr>
        <p:spPr>
          <a:xfrm>
            <a:off x="10345266" y="584994"/>
            <a:ext cx="125935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499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587375" y="67287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07304" y="4720412"/>
            <a:ext cx="9577389" cy="365126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Click to edit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07304" y="5123408"/>
            <a:ext cx="9577389" cy="365126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4002489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S02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1173478" y="2247900"/>
            <a:ext cx="9845042" cy="23622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304" y="2380828"/>
            <a:ext cx="9577389" cy="2096346"/>
          </a:xfrm>
        </p:spPr>
        <p:txBody>
          <a:bodyPr>
            <a:noAutofit/>
          </a:bodyPr>
          <a:lstStyle>
            <a:lvl1pPr algn="ctr"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>
            <a:cxnSpLocks/>
          </p:cNvCxnSpPr>
          <p:nvPr userDrawn="1"/>
        </p:nvCxnSpPr>
        <p:spPr>
          <a:xfrm>
            <a:off x="1638300" y="584994"/>
            <a:ext cx="42672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>
            <a:cxnSpLocks/>
          </p:cNvCxnSpPr>
          <p:nvPr userDrawn="1"/>
        </p:nvCxnSpPr>
        <p:spPr>
          <a:xfrm>
            <a:off x="10345266" y="584994"/>
            <a:ext cx="125935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499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587375" y="67287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07304" y="4720412"/>
            <a:ext cx="9577389" cy="365126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Click to edit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07304" y="5123408"/>
            <a:ext cx="9577389" cy="365126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9433350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0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2110E5-7C92-C71B-6465-30BF86DFB662}"/>
              </a:ext>
            </a:extLst>
          </p:cNvPr>
          <p:cNvSpPr/>
          <p:nvPr userDrawn="1"/>
        </p:nvSpPr>
        <p:spPr>
          <a:xfrm>
            <a:off x="2052638" y="-9526"/>
            <a:ext cx="2027237" cy="1919289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0617993" cy="1325563"/>
          </a:xfrm>
        </p:spPr>
        <p:txBody>
          <a:bodyPr anchor="t">
            <a:noAutofit/>
          </a:bodyPr>
          <a:lstStyle>
            <a:lvl1pPr algn="l"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5871CAC-832A-B0DC-B1EF-3A924B2538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5" y="2217375"/>
            <a:ext cx="4756150" cy="8105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2C2B6AE-BBD1-072F-11EA-3271514C5E0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7375" y="3299317"/>
            <a:ext cx="4756150" cy="8105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65C82AC-5994-E285-8E69-464595CDECB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87375" y="4381259"/>
            <a:ext cx="4756150" cy="8105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FE3C7A6-3FCF-AFDA-1AA0-A73590427D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5" y="5463201"/>
            <a:ext cx="4756150" cy="8105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FC9F35B-71D5-8680-CB9C-4FBADE9A4D6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848477" y="2217375"/>
            <a:ext cx="4756150" cy="8105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105CEFD-F325-0AB7-B814-0387A51F2E9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848477" y="3299317"/>
            <a:ext cx="4756150" cy="8105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517B3774-D454-C357-A847-214689F2756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848477" y="4381259"/>
            <a:ext cx="4756150" cy="8105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5EB56A41-7B9C-2619-491C-AE83CA1549A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848477" y="5463201"/>
            <a:ext cx="4756150" cy="8105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718022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03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2110E5-7C92-C71B-6465-30BF86DFB662}"/>
              </a:ext>
            </a:extLst>
          </p:cNvPr>
          <p:cNvSpPr/>
          <p:nvPr userDrawn="1"/>
        </p:nvSpPr>
        <p:spPr>
          <a:xfrm>
            <a:off x="2052638" y="-9526"/>
            <a:ext cx="2027237" cy="6283326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0" y="584200"/>
            <a:ext cx="6816248" cy="1325563"/>
          </a:xfrm>
        </p:spPr>
        <p:txBody>
          <a:bodyPr anchor="t">
            <a:noAutofit/>
          </a:bodyPr>
          <a:lstStyle>
            <a:lvl1pPr algn="l"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3BCA78D2-DB67-9E06-381E-38B694DBDB7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1"/>
            <a:ext cx="3860800" cy="608922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5871CAC-832A-B0DC-B1EF-3A924B2538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120" y="2217375"/>
            <a:ext cx="7215505" cy="8105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2C2B6AE-BBD1-072F-11EA-3271514C5E0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389120" y="3299317"/>
            <a:ext cx="7215505" cy="8105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65C82AC-5994-E285-8E69-464595CDECB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89120" y="4381259"/>
            <a:ext cx="7215505" cy="8105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FE3C7A6-3FCF-AFDA-1AA0-A73590427D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89120" y="5463201"/>
            <a:ext cx="7215505" cy="8105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579400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 S04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2110E5-7C92-C71B-6465-30BF86DFB662}"/>
              </a:ext>
            </a:extLst>
          </p:cNvPr>
          <p:cNvSpPr/>
          <p:nvPr userDrawn="1"/>
        </p:nvSpPr>
        <p:spPr>
          <a:xfrm>
            <a:off x="8112125" y="806664"/>
            <a:ext cx="2027237" cy="6051336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584200"/>
            <a:ext cx="6521450" cy="1325563"/>
          </a:xfrm>
        </p:spPr>
        <p:txBody>
          <a:bodyPr anchor="t">
            <a:noAutofit/>
          </a:bodyPr>
          <a:lstStyle>
            <a:lvl1pPr algn="l"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3BCA78D2-DB67-9E06-381E-38B694DBDB7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477250" y="934721"/>
            <a:ext cx="3714750" cy="592327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FC9F35B-71D5-8680-CB9C-4FBADE9A4D6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7375" y="2034496"/>
            <a:ext cx="6518276" cy="63419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F9F90F1-907D-7070-4FBA-4A2BC0B2F24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87375" y="2934238"/>
            <a:ext cx="6518276" cy="63419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503DD1B-1B73-8A6B-1E89-1961141AA87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87375" y="3833980"/>
            <a:ext cx="6518276" cy="63419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611618D-976B-988D-D033-8809F946AD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87375" y="4733722"/>
            <a:ext cx="6518276" cy="63419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D3E0708-8299-822D-7D8F-A540C3B56C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87375" y="5633463"/>
            <a:ext cx="6518276" cy="63419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522947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 S04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2110E5-7C92-C71B-6465-30BF86DFB662}"/>
              </a:ext>
            </a:extLst>
          </p:cNvPr>
          <p:cNvSpPr/>
          <p:nvPr userDrawn="1"/>
        </p:nvSpPr>
        <p:spPr>
          <a:xfrm>
            <a:off x="584200" y="584200"/>
            <a:ext cx="1443041" cy="5683461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537493" y="2709066"/>
            <a:ext cx="5689601" cy="1439865"/>
          </a:xfrm>
        </p:spPr>
        <p:txBody>
          <a:bodyPr anchor="ctr">
            <a:noAutofit/>
          </a:bodyPr>
          <a:lstStyle>
            <a:lvl1pPr algn="ctr"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FC9F35B-71D5-8680-CB9C-4FBADE9A4D6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054350" y="584199"/>
            <a:ext cx="8245475" cy="100604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F9F90F1-907D-7070-4FBA-4A2BC0B2F24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054350" y="1755088"/>
            <a:ext cx="8245475" cy="100604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503DD1B-1B73-8A6B-1E89-1961141AA87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054350" y="2925977"/>
            <a:ext cx="8245475" cy="100604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611618D-976B-988D-D033-8809F946AD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054350" y="4096866"/>
            <a:ext cx="8245475" cy="100604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D3E0708-8299-822D-7D8F-A540C3B56C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054350" y="5267753"/>
            <a:ext cx="8245475" cy="100604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3641676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 S04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2110E5-7C92-C71B-6465-30BF86DFB662}"/>
              </a:ext>
            </a:extLst>
          </p:cNvPr>
          <p:cNvSpPr/>
          <p:nvPr userDrawn="1"/>
        </p:nvSpPr>
        <p:spPr>
          <a:xfrm>
            <a:off x="5082381" y="2034496"/>
            <a:ext cx="2027237" cy="4823504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67F3D3-4A12-2E75-B01E-1D4FFC79BAB5}"/>
              </a:ext>
            </a:extLst>
          </p:cNvPr>
          <p:cNvSpPr/>
          <p:nvPr userDrawn="1"/>
        </p:nvSpPr>
        <p:spPr>
          <a:xfrm>
            <a:off x="584200" y="2034496"/>
            <a:ext cx="2027237" cy="4823504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BDC65A-83E7-C511-32D9-813802722A58}"/>
              </a:ext>
            </a:extLst>
          </p:cNvPr>
          <p:cNvSpPr/>
          <p:nvPr userDrawn="1"/>
        </p:nvSpPr>
        <p:spPr>
          <a:xfrm>
            <a:off x="9580563" y="2034496"/>
            <a:ext cx="2027237" cy="4823504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" y="584201"/>
            <a:ext cx="11020425" cy="985520"/>
          </a:xfrm>
        </p:spPr>
        <p:txBody>
          <a:bodyPr anchor="t">
            <a:noAutofit/>
          </a:bodyPr>
          <a:lstStyle>
            <a:lvl1pPr algn="ctr"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FC9F35B-71D5-8680-CB9C-4FBADE9A4D6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8649" y="2034496"/>
            <a:ext cx="1958339" cy="634198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F9F90F1-907D-7070-4FBA-4A2BC0B2F24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867740" y="2034496"/>
            <a:ext cx="1958339" cy="634198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503DD1B-1B73-8A6B-1E89-1961141AA87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116831" y="2034496"/>
            <a:ext cx="1958339" cy="634198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611618D-976B-988D-D033-8809F946AD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365922" y="2034496"/>
            <a:ext cx="1958339" cy="634198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D3E0708-8299-822D-7D8F-A540C3B56C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615012" y="2034496"/>
            <a:ext cx="1958339" cy="634198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15882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Us S05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F1ED8AC-A7D7-9FBC-CCA2-348E328FCF3B}"/>
              </a:ext>
            </a:extLst>
          </p:cNvPr>
          <p:cNvSpPr/>
          <p:nvPr userDrawn="1"/>
        </p:nvSpPr>
        <p:spPr>
          <a:xfrm>
            <a:off x="0" y="0"/>
            <a:ext cx="2027237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1" y="2766219"/>
            <a:ext cx="4502150" cy="1325563"/>
          </a:xfrm>
        </p:spPr>
        <p:txBody>
          <a:bodyPr anchor="ctr">
            <a:noAutofit/>
          </a:bodyPr>
          <a:lstStyle>
            <a:lvl1pPr algn="l"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C6C9B8B2-1134-BB17-0F1A-D4997FE234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884932"/>
            <a:ext cx="5508625" cy="36982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Website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9C95E7AF-16F8-C807-CBD7-B8581B52CE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466816"/>
            <a:ext cx="5508625" cy="369827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E00E7E40-44F1-FBBA-D92B-E50AC4F0DC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2263740"/>
            <a:ext cx="5508625" cy="36982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BE716859-CF38-04EB-9CC3-0E28EA77D2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2845624"/>
            <a:ext cx="5508625" cy="369827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10654B0D-9250-D988-A790-26613C32232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3642548"/>
            <a:ext cx="5508625" cy="36982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Phone Number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6905ADEF-9F91-866D-D04D-C5609B8D50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96000" y="4224432"/>
            <a:ext cx="5508625" cy="369827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8CF870E7-54E5-A28E-2F88-65A79CA0C1B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5021357"/>
            <a:ext cx="5508625" cy="36982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Location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BC4A4443-8C5D-4F1E-B047-DB6175BC03D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96000" y="5603241"/>
            <a:ext cx="5508625" cy="369827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3547398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Us S05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FD1473-B43C-06B1-C392-B3E81C2C2851}"/>
              </a:ext>
            </a:extLst>
          </p:cNvPr>
          <p:cNvSpPr/>
          <p:nvPr userDrawn="1"/>
        </p:nvSpPr>
        <p:spPr>
          <a:xfrm>
            <a:off x="0" y="0"/>
            <a:ext cx="2027237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1" y="2766219"/>
            <a:ext cx="4502150" cy="1325563"/>
          </a:xfrm>
        </p:spPr>
        <p:txBody>
          <a:bodyPr anchor="ctr">
            <a:noAutofit/>
          </a:bodyPr>
          <a:lstStyle>
            <a:lvl1pPr algn="l"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63B1BF72-95C9-C967-7334-A0E69CC06F4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545581" y="1423585"/>
            <a:ext cx="4519294" cy="649031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1FC4FA2F-7AE9-168D-0D5A-DA4BFDBBB4F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45581" y="2542308"/>
            <a:ext cx="4519294" cy="649031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F3754505-3926-F1C2-E5BB-1BA22BA50D3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545581" y="3661031"/>
            <a:ext cx="4519294" cy="649031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98442E5C-ECC0-EE1A-ADE1-CAA30ED3F3E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545581" y="4779754"/>
            <a:ext cx="4519294" cy="649031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D1BEECA7-6A89-70AF-0A62-FE1A39C53A28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839091" y="1491191"/>
            <a:ext cx="513817" cy="513817"/>
          </a:xfrm>
          <a:custGeom>
            <a:avLst/>
            <a:gdLst>
              <a:gd name="connsiteX0" fmla="*/ 391447 w 513817"/>
              <a:gd name="connsiteY0" fmla="*/ 270430 h 513817"/>
              <a:gd name="connsiteX1" fmla="*/ 294093 w 513817"/>
              <a:gd name="connsiteY1" fmla="*/ 469872 h 513817"/>
              <a:gd name="connsiteX2" fmla="*/ 472576 w 513817"/>
              <a:gd name="connsiteY2" fmla="*/ 270430 h 513817"/>
              <a:gd name="connsiteX3" fmla="*/ 270430 w 513817"/>
              <a:gd name="connsiteY3" fmla="*/ 270430 h 513817"/>
              <a:gd name="connsiteX4" fmla="*/ 270430 w 513817"/>
              <a:gd name="connsiteY4" fmla="*/ 456351 h 513817"/>
              <a:gd name="connsiteX5" fmla="*/ 364404 w 513817"/>
              <a:gd name="connsiteY5" fmla="*/ 270430 h 513817"/>
              <a:gd name="connsiteX6" fmla="*/ 149413 w 513817"/>
              <a:gd name="connsiteY6" fmla="*/ 270430 h 513817"/>
              <a:gd name="connsiteX7" fmla="*/ 243387 w 513817"/>
              <a:gd name="connsiteY7" fmla="*/ 456351 h 513817"/>
              <a:gd name="connsiteX8" fmla="*/ 243387 w 513817"/>
              <a:gd name="connsiteY8" fmla="*/ 270430 h 513817"/>
              <a:gd name="connsiteX9" fmla="*/ 41241 w 513817"/>
              <a:gd name="connsiteY9" fmla="*/ 270430 h 513817"/>
              <a:gd name="connsiteX10" fmla="*/ 219724 w 513817"/>
              <a:gd name="connsiteY10" fmla="*/ 469872 h 513817"/>
              <a:gd name="connsiteX11" fmla="*/ 122370 w 513817"/>
              <a:gd name="connsiteY11" fmla="*/ 270430 h 513817"/>
              <a:gd name="connsiteX12" fmla="*/ 270430 w 513817"/>
              <a:gd name="connsiteY12" fmla="*/ 57466 h 513817"/>
              <a:gd name="connsiteX13" fmla="*/ 270430 w 513817"/>
              <a:gd name="connsiteY13" fmla="*/ 243387 h 513817"/>
              <a:gd name="connsiteX14" fmla="*/ 364404 w 513817"/>
              <a:gd name="connsiteY14" fmla="*/ 243387 h 513817"/>
              <a:gd name="connsiteX15" fmla="*/ 270430 w 513817"/>
              <a:gd name="connsiteY15" fmla="*/ 57466 h 513817"/>
              <a:gd name="connsiteX16" fmla="*/ 243387 w 513817"/>
              <a:gd name="connsiteY16" fmla="*/ 57466 h 513817"/>
              <a:gd name="connsiteX17" fmla="*/ 149413 w 513817"/>
              <a:gd name="connsiteY17" fmla="*/ 243387 h 513817"/>
              <a:gd name="connsiteX18" fmla="*/ 243387 w 513817"/>
              <a:gd name="connsiteY18" fmla="*/ 243387 h 513817"/>
              <a:gd name="connsiteX19" fmla="*/ 294093 w 513817"/>
              <a:gd name="connsiteY19" fmla="*/ 43945 h 513817"/>
              <a:gd name="connsiteX20" fmla="*/ 391447 w 513817"/>
              <a:gd name="connsiteY20" fmla="*/ 243387 h 513817"/>
              <a:gd name="connsiteX21" fmla="*/ 472576 w 513817"/>
              <a:gd name="connsiteY21" fmla="*/ 243387 h 513817"/>
              <a:gd name="connsiteX22" fmla="*/ 294093 w 513817"/>
              <a:gd name="connsiteY22" fmla="*/ 43945 h 513817"/>
              <a:gd name="connsiteX23" fmla="*/ 219724 w 513817"/>
              <a:gd name="connsiteY23" fmla="*/ 43945 h 513817"/>
              <a:gd name="connsiteX24" fmla="*/ 41241 w 513817"/>
              <a:gd name="connsiteY24" fmla="*/ 243387 h 513817"/>
              <a:gd name="connsiteX25" fmla="*/ 122370 w 513817"/>
              <a:gd name="connsiteY25" fmla="*/ 243387 h 513817"/>
              <a:gd name="connsiteX26" fmla="*/ 219724 w 513817"/>
              <a:gd name="connsiteY26" fmla="*/ 43945 h 513817"/>
              <a:gd name="connsiteX27" fmla="*/ 256909 w 513817"/>
              <a:gd name="connsiteY27" fmla="*/ 0 h 513817"/>
              <a:gd name="connsiteX28" fmla="*/ 513817 w 513817"/>
              <a:gd name="connsiteY28" fmla="*/ 256909 h 513817"/>
              <a:gd name="connsiteX29" fmla="*/ 256909 w 513817"/>
              <a:gd name="connsiteY29" fmla="*/ 513817 h 513817"/>
              <a:gd name="connsiteX30" fmla="*/ 0 w 513817"/>
              <a:gd name="connsiteY30" fmla="*/ 256909 h 513817"/>
              <a:gd name="connsiteX31" fmla="*/ 256909 w 513817"/>
              <a:gd name="connsiteY31" fmla="*/ 0 h 513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13817" h="513817">
                <a:moveTo>
                  <a:pt x="391447" y="270430"/>
                </a:moveTo>
                <a:cubicBezTo>
                  <a:pt x="386715" y="347503"/>
                  <a:pt x="338038" y="415786"/>
                  <a:pt x="294093" y="469872"/>
                </a:cubicBezTo>
                <a:cubicBezTo>
                  <a:pt x="391447" y="452970"/>
                  <a:pt x="466492" y="371165"/>
                  <a:pt x="472576" y="270430"/>
                </a:cubicBezTo>
                <a:close/>
                <a:moveTo>
                  <a:pt x="270430" y="270430"/>
                </a:moveTo>
                <a:lnTo>
                  <a:pt x="270430" y="456351"/>
                </a:lnTo>
                <a:cubicBezTo>
                  <a:pt x="313699" y="402941"/>
                  <a:pt x="358996" y="340066"/>
                  <a:pt x="364404" y="270430"/>
                </a:cubicBezTo>
                <a:close/>
                <a:moveTo>
                  <a:pt x="149413" y="270430"/>
                </a:moveTo>
                <a:cubicBezTo>
                  <a:pt x="154821" y="340066"/>
                  <a:pt x="200118" y="402941"/>
                  <a:pt x="243387" y="456351"/>
                </a:cubicBezTo>
                <a:lnTo>
                  <a:pt x="243387" y="270430"/>
                </a:lnTo>
                <a:close/>
                <a:moveTo>
                  <a:pt x="41241" y="270430"/>
                </a:moveTo>
                <a:cubicBezTo>
                  <a:pt x="47325" y="371165"/>
                  <a:pt x="122370" y="452970"/>
                  <a:pt x="219724" y="469872"/>
                </a:cubicBezTo>
                <a:cubicBezTo>
                  <a:pt x="175780" y="415786"/>
                  <a:pt x="127778" y="347503"/>
                  <a:pt x="122370" y="270430"/>
                </a:cubicBezTo>
                <a:close/>
                <a:moveTo>
                  <a:pt x="270430" y="57466"/>
                </a:moveTo>
                <a:lnTo>
                  <a:pt x="270430" y="243387"/>
                </a:lnTo>
                <a:lnTo>
                  <a:pt x="364404" y="243387"/>
                </a:lnTo>
                <a:cubicBezTo>
                  <a:pt x="358996" y="173075"/>
                  <a:pt x="313699" y="110876"/>
                  <a:pt x="270430" y="57466"/>
                </a:cubicBezTo>
                <a:close/>
                <a:moveTo>
                  <a:pt x="243387" y="57466"/>
                </a:moveTo>
                <a:cubicBezTo>
                  <a:pt x="200118" y="110876"/>
                  <a:pt x="154821" y="173751"/>
                  <a:pt x="149413" y="243387"/>
                </a:cubicBezTo>
                <a:lnTo>
                  <a:pt x="243387" y="243387"/>
                </a:lnTo>
                <a:close/>
                <a:moveTo>
                  <a:pt x="294093" y="43945"/>
                </a:moveTo>
                <a:cubicBezTo>
                  <a:pt x="338038" y="98031"/>
                  <a:pt x="386715" y="166314"/>
                  <a:pt x="391447" y="243387"/>
                </a:cubicBezTo>
                <a:lnTo>
                  <a:pt x="472576" y="243387"/>
                </a:lnTo>
                <a:cubicBezTo>
                  <a:pt x="466492" y="142652"/>
                  <a:pt x="391447" y="60847"/>
                  <a:pt x="294093" y="43945"/>
                </a:cubicBezTo>
                <a:close/>
                <a:moveTo>
                  <a:pt x="219724" y="43945"/>
                </a:moveTo>
                <a:cubicBezTo>
                  <a:pt x="122370" y="60847"/>
                  <a:pt x="47325" y="142652"/>
                  <a:pt x="41241" y="243387"/>
                </a:cubicBezTo>
                <a:lnTo>
                  <a:pt x="122370" y="243387"/>
                </a:lnTo>
                <a:cubicBezTo>
                  <a:pt x="127102" y="166314"/>
                  <a:pt x="175780" y="98031"/>
                  <a:pt x="219724" y="43945"/>
                </a:cubicBezTo>
                <a:close/>
                <a:moveTo>
                  <a:pt x="256909" y="0"/>
                </a:moveTo>
                <a:cubicBezTo>
                  <a:pt x="398884" y="0"/>
                  <a:pt x="513817" y="114933"/>
                  <a:pt x="513817" y="256909"/>
                </a:cubicBezTo>
                <a:cubicBezTo>
                  <a:pt x="513817" y="398884"/>
                  <a:pt x="398884" y="513817"/>
                  <a:pt x="256909" y="513817"/>
                </a:cubicBezTo>
                <a:cubicBezTo>
                  <a:pt x="114933" y="513817"/>
                  <a:pt x="0" y="398884"/>
                  <a:pt x="0" y="256909"/>
                </a:cubicBezTo>
                <a:cubicBezTo>
                  <a:pt x="0" y="114933"/>
                  <a:pt x="114933" y="0"/>
                  <a:pt x="2569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B0D9E394-4F17-2CD5-15A1-F59B1880897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825570" y="2569349"/>
            <a:ext cx="540860" cy="594946"/>
          </a:xfrm>
          <a:custGeom>
            <a:avLst/>
            <a:gdLst>
              <a:gd name="connsiteX0" fmla="*/ 270768 w 540860"/>
              <a:gd name="connsiteY0" fmla="*/ 393307 h 594946"/>
              <a:gd name="connsiteX1" fmla="*/ 205527 w 540860"/>
              <a:gd name="connsiteY1" fmla="*/ 419167 h 594946"/>
              <a:gd name="connsiteX2" fmla="*/ 196062 w 540860"/>
              <a:gd name="connsiteY2" fmla="*/ 427956 h 594946"/>
              <a:gd name="connsiteX3" fmla="*/ 62199 w 540860"/>
              <a:gd name="connsiteY3" fmla="*/ 554382 h 594946"/>
              <a:gd name="connsiteX4" fmla="*/ 478661 w 540860"/>
              <a:gd name="connsiteY4" fmla="*/ 554382 h 594946"/>
              <a:gd name="connsiteX5" fmla="*/ 345474 w 540860"/>
              <a:gd name="connsiteY5" fmla="*/ 427956 h 594946"/>
              <a:gd name="connsiteX6" fmla="*/ 336009 w 540860"/>
              <a:gd name="connsiteY6" fmla="*/ 419167 h 594946"/>
              <a:gd name="connsiteX7" fmla="*/ 270768 w 540860"/>
              <a:gd name="connsiteY7" fmla="*/ 393307 h 594946"/>
              <a:gd name="connsiteX8" fmla="*/ 500296 w 540860"/>
              <a:gd name="connsiteY8" fmla="*/ 281247 h 594946"/>
              <a:gd name="connsiteX9" fmla="*/ 365081 w 540860"/>
              <a:gd name="connsiteY9" fmla="*/ 409701 h 594946"/>
              <a:gd name="connsiteX10" fmla="*/ 500296 w 540860"/>
              <a:gd name="connsiteY10" fmla="*/ 538156 h 594946"/>
              <a:gd name="connsiteX11" fmla="*/ 40565 w 540860"/>
              <a:gd name="connsiteY11" fmla="*/ 280571 h 594946"/>
              <a:gd name="connsiteX12" fmla="*/ 40565 w 540860"/>
              <a:gd name="connsiteY12" fmla="*/ 537480 h 594946"/>
              <a:gd name="connsiteX13" fmla="*/ 175780 w 540860"/>
              <a:gd name="connsiteY13" fmla="*/ 409025 h 594946"/>
              <a:gd name="connsiteX14" fmla="*/ 270429 w 540860"/>
              <a:gd name="connsiteY14" fmla="*/ 215668 h 594946"/>
              <a:gd name="connsiteX15" fmla="*/ 248795 w 540860"/>
              <a:gd name="connsiteY15" fmla="*/ 237302 h 594946"/>
              <a:gd name="connsiteX16" fmla="*/ 270429 w 540860"/>
              <a:gd name="connsiteY16" fmla="*/ 258936 h 594946"/>
              <a:gd name="connsiteX17" fmla="*/ 292064 w 540860"/>
              <a:gd name="connsiteY17" fmla="*/ 237302 h 594946"/>
              <a:gd name="connsiteX18" fmla="*/ 270429 w 540860"/>
              <a:gd name="connsiteY18" fmla="*/ 215668 h 594946"/>
              <a:gd name="connsiteX19" fmla="*/ 271105 w 540860"/>
              <a:gd name="connsiteY19" fmla="*/ 147384 h 594946"/>
              <a:gd name="connsiteX20" fmla="*/ 358995 w 540860"/>
              <a:gd name="connsiteY20" fmla="*/ 235274 h 594946"/>
              <a:gd name="connsiteX21" fmla="*/ 358995 w 540860"/>
              <a:gd name="connsiteY21" fmla="*/ 256908 h 594946"/>
              <a:gd name="connsiteX22" fmla="*/ 337361 w 540860"/>
              <a:gd name="connsiteY22" fmla="*/ 278543 h 594946"/>
              <a:gd name="connsiteX23" fmla="*/ 304233 w 540860"/>
              <a:gd name="connsiteY23" fmla="*/ 263669 h 594946"/>
              <a:gd name="connsiteX24" fmla="*/ 248119 w 540860"/>
              <a:gd name="connsiteY24" fmla="*/ 272458 h 594946"/>
              <a:gd name="connsiteX25" fmla="*/ 229865 w 540860"/>
              <a:gd name="connsiteY25" fmla="*/ 219048 h 594946"/>
              <a:gd name="connsiteX26" fmla="*/ 279218 w 540860"/>
              <a:gd name="connsiteY26" fmla="*/ 192005 h 594946"/>
              <a:gd name="connsiteX27" fmla="*/ 315050 w 540860"/>
              <a:gd name="connsiteY27" fmla="*/ 235950 h 594946"/>
              <a:gd name="connsiteX28" fmla="*/ 336685 w 540860"/>
              <a:gd name="connsiteY28" fmla="*/ 257584 h 594946"/>
              <a:gd name="connsiteX29" fmla="*/ 336685 w 540860"/>
              <a:gd name="connsiteY29" fmla="*/ 235950 h 594946"/>
              <a:gd name="connsiteX30" fmla="*/ 271105 w 540860"/>
              <a:gd name="connsiteY30" fmla="*/ 170371 h 594946"/>
              <a:gd name="connsiteX31" fmla="*/ 205526 w 540860"/>
              <a:gd name="connsiteY31" fmla="*/ 235950 h 594946"/>
              <a:gd name="connsiteX32" fmla="*/ 270429 w 540860"/>
              <a:gd name="connsiteY32" fmla="*/ 301529 h 594946"/>
              <a:gd name="connsiteX33" fmla="*/ 303557 w 540860"/>
              <a:gd name="connsiteY33" fmla="*/ 293416 h 594946"/>
              <a:gd name="connsiteX34" fmla="*/ 319107 w 540860"/>
              <a:gd name="connsiteY34" fmla="*/ 298149 h 594946"/>
              <a:gd name="connsiteX35" fmla="*/ 314374 w 540860"/>
              <a:gd name="connsiteY35" fmla="*/ 313698 h 594946"/>
              <a:gd name="connsiteX36" fmla="*/ 270429 w 540860"/>
              <a:gd name="connsiteY36" fmla="*/ 324516 h 594946"/>
              <a:gd name="connsiteX37" fmla="*/ 183216 w 540860"/>
              <a:gd name="connsiteY37" fmla="*/ 235274 h 594946"/>
              <a:gd name="connsiteX38" fmla="*/ 271105 w 540860"/>
              <a:gd name="connsiteY38" fmla="*/ 147384 h 594946"/>
              <a:gd name="connsiteX39" fmla="*/ 135215 w 540860"/>
              <a:gd name="connsiteY39" fmla="*/ 108172 h 594946"/>
              <a:gd name="connsiteX40" fmla="*/ 135215 w 540860"/>
              <a:gd name="connsiteY40" fmla="*/ 333305 h 594946"/>
              <a:gd name="connsiteX41" fmla="*/ 196062 w 540860"/>
              <a:gd name="connsiteY41" fmla="*/ 391447 h 594946"/>
              <a:gd name="connsiteX42" fmla="*/ 344798 w 540860"/>
              <a:gd name="connsiteY42" fmla="*/ 391447 h 594946"/>
              <a:gd name="connsiteX43" fmla="*/ 405645 w 540860"/>
              <a:gd name="connsiteY43" fmla="*/ 333305 h 594946"/>
              <a:gd name="connsiteX44" fmla="*/ 405645 w 540860"/>
              <a:gd name="connsiteY44" fmla="*/ 108172 h 594946"/>
              <a:gd name="connsiteX45" fmla="*/ 270430 w 540860"/>
              <a:gd name="connsiteY45" fmla="*/ 0 h 594946"/>
              <a:gd name="connsiteX46" fmla="*/ 351559 w 540860"/>
              <a:gd name="connsiteY46" fmla="*/ 67608 h 594946"/>
              <a:gd name="connsiteX47" fmla="*/ 446210 w 540860"/>
              <a:gd name="connsiteY47" fmla="*/ 67608 h 594946"/>
              <a:gd name="connsiteX48" fmla="*/ 446210 w 540860"/>
              <a:gd name="connsiteY48" fmla="*/ 126426 h 594946"/>
              <a:gd name="connsiteX49" fmla="*/ 540860 w 540860"/>
              <a:gd name="connsiteY49" fmla="*/ 217020 h 594946"/>
              <a:gd name="connsiteX50" fmla="*/ 540860 w 540860"/>
              <a:gd name="connsiteY50" fmla="*/ 594946 h 594946"/>
              <a:gd name="connsiteX51" fmla="*/ 0 w 540860"/>
              <a:gd name="connsiteY51" fmla="*/ 594946 h 594946"/>
              <a:gd name="connsiteX52" fmla="*/ 0 w 540860"/>
              <a:gd name="connsiteY52" fmla="*/ 217020 h 594946"/>
              <a:gd name="connsiteX53" fmla="*/ 94651 w 540860"/>
              <a:gd name="connsiteY53" fmla="*/ 127102 h 594946"/>
              <a:gd name="connsiteX54" fmla="*/ 94651 w 540860"/>
              <a:gd name="connsiteY54" fmla="*/ 67608 h 594946"/>
              <a:gd name="connsiteX55" fmla="*/ 189301 w 540860"/>
              <a:gd name="connsiteY55" fmla="*/ 67608 h 594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40860" h="594946">
                <a:moveTo>
                  <a:pt x="270768" y="393307"/>
                </a:moveTo>
                <a:cubicBezTo>
                  <a:pt x="247275" y="393307"/>
                  <a:pt x="223781" y="401927"/>
                  <a:pt x="205527" y="419167"/>
                </a:cubicBezTo>
                <a:lnTo>
                  <a:pt x="196062" y="427956"/>
                </a:lnTo>
                <a:lnTo>
                  <a:pt x="62199" y="554382"/>
                </a:lnTo>
                <a:lnTo>
                  <a:pt x="478661" y="554382"/>
                </a:lnTo>
                <a:lnTo>
                  <a:pt x="345474" y="427956"/>
                </a:lnTo>
                <a:lnTo>
                  <a:pt x="336009" y="419167"/>
                </a:lnTo>
                <a:cubicBezTo>
                  <a:pt x="317755" y="401927"/>
                  <a:pt x="294262" y="393307"/>
                  <a:pt x="270768" y="393307"/>
                </a:cubicBezTo>
                <a:close/>
                <a:moveTo>
                  <a:pt x="500296" y="281247"/>
                </a:moveTo>
                <a:lnTo>
                  <a:pt x="365081" y="409701"/>
                </a:lnTo>
                <a:lnTo>
                  <a:pt x="500296" y="538156"/>
                </a:lnTo>
                <a:close/>
                <a:moveTo>
                  <a:pt x="40565" y="280571"/>
                </a:moveTo>
                <a:lnTo>
                  <a:pt x="40565" y="537480"/>
                </a:lnTo>
                <a:lnTo>
                  <a:pt x="175780" y="409025"/>
                </a:lnTo>
                <a:close/>
                <a:moveTo>
                  <a:pt x="270429" y="215668"/>
                </a:moveTo>
                <a:cubicBezTo>
                  <a:pt x="258936" y="215668"/>
                  <a:pt x="248795" y="225133"/>
                  <a:pt x="248795" y="237302"/>
                </a:cubicBezTo>
                <a:cubicBezTo>
                  <a:pt x="248795" y="248795"/>
                  <a:pt x="258260" y="258936"/>
                  <a:pt x="270429" y="258936"/>
                </a:cubicBezTo>
                <a:cubicBezTo>
                  <a:pt x="282599" y="258936"/>
                  <a:pt x="292064" y="249471"/>
                  <a:pt x="292064" y="237302"/>
                </a:cubicBezTo>
                <a:cubicBezTo>
                  <a:pt x="292064" y="225133"/>
                  <a:pt x="282599" y="215668"/>
                  <a:pt x="270429" y="215668"/>
                </a:cubicBezTo>
                <a:close/>
                <a:moveTo>
                  <a:pt x="271105" y="147384"/>
                </a:moveTo>
                <a:cubicBezTo>
                  <a:pt x="319783" y="147384"/>
                  <a:pt x="358995" y="186596"/>
                  <a:pt x="358995" y="235274"/>
                </a:cubicBezTo>
                <a:lnTo>
                  <a:pt x="358995" y="256908"/>
                </a:lnTo>
                <a:cubicBezTo>
                  <a:pt x="358995" y="269078"/>
                  <a:pt x="349530" y="278543"/>
                  <a:pt x="337361" y="278543"/>
                </a:cubicBezTo>
                <a:cubicBezTo>
                  <a:pt x="324515" y="278543"/>
                  <a:pt x="312346" y="273134"/>
                  <a:pt x="304233" y="263669"/>
                </a:cubicBezTo>
                <a:cubicBezTo>
                  <a:pt x="290035" y="279895"/>
                  <a:pt x="266373" y="283275"/>
                  <a:pt x="248119" y="272458"/>
                </a:cubicBezTo>
                <a:cubicBezTo>
                  <a:pt x="229865" y="261641"/>
                  <a:pt x="222428" y="238654"/>
                  <a:pt x="229865" y="219048"/>
                </a:cubicBezTo>
                <a:cubicBezTo>
                  <a:pt x="237302" y="199442"/>
                  <a:pt x="258260" y="187949"/>
                  <a:pt x="279218" y="192005"/>
                </a:cubicBezTo>
                <a:cubicBezTo>
                  <a:pt x="300177" y="196061"/>
                  <a:pt x="315050" y="214315"/>
                  <a:pt x="315050" y="235950"/>
                </a:cubicBezTo>
                <a:cubicBezTo>
                  <a:pt x="315050" y="248119"/>
                  <a:pt x="324515" y="257584"/>
                  <a:pt x="336685" y="257584"/>
                </a:cubicBezTo>
                <a:lnTo>
                  <a:pt x="336685" y="235950"/>
                </a:lnTo>
                <a:cubicBezTo>
                  <a:pt x="336685" y="199442"/>
                  <a:pt x="306937" y="170371"/>
                  <a:pt x="271105" y="170371"/>
                </a:cubicBezTo>
                <a:cubicBezTo>
                  <a:pt x="235273" y="170371"/>
                  <a:pt x="205526" y="200118"/>
                  <a:pt x="205526" y="235950"/>
                </a:cubicBezTo>
                <a:cubicBezTo>
                  <a:pt x="204850" y="271782"/>
                  <a:pt x="234597" y="301529"/>
                  <a:pt x="270429" y="301529"/>
                </a:cubicBezTo>
                <a:cubicBezTo>
                  <a:pt x="281923" y="301529"/>
                  <a:pt x="293416" y="298825"/>
                  <a:pt x="303557" y="293416"/>
                </a:cubicBezTo>
                <a:cubicBezTo>
                  <a:pt x="308966" y="290712"/>
                  <a:pt x="315726" y="292740"/>
                  <a:pt x="319107" y="298149"/>
                </a:cubicBezTo>
                <a:cubicBezTo>
                  <a:pt x="321811" y="303557"/>
                  <a:pt x="319783" y="310318"/>
                  <a:pt x="314374" y="313698"/>
                </a:cubicBezTo>
                <a:cubicBezTo>
                  <a:pt x="300853" y="320459"/>
                  <a:pt x="285979" y="324516"/>
                  <a:pt x="270429" y="324516"/>
                </a:cubicBezTo>
                <a:cubicBezTo>
                  <a:pt x="221752" y="323840"/>
                  <a:pt x="182540" y="284627"/>
                  <a:pt x="183216" y="235274"/>
                </a:cubicBezTo>
                <a:cubicBezTo>
                  <a:pt x="183216" y="186596"/>
                  <a:pt x="222428" y="147384"/>
                  <a:pt x="271105" y="147384"/>
                </a:cubicBezTo>
                <a:close/>
                <a:moveTo>
                  <a:pt x="135215" y="108172"/>
                </a:moveTo>
                <a:lnTo>
                  <a:pt x="135215" y="333305"/>
                </a:lnTo>
                <a:lnTo>
                  <a:pt x="196062" y="391447"/>
                </a:lnTo>
                <a:cubicBezTo>
                  <a:pt x="240007" y="357644"/>
                  <a:pt x="300853" y="357644"/>
                  <a:pt x="344798" y="391447"/>
                </a:cubicBezTo>
                <a:lnTo>
                  <a:pt x="405645" y="333305"/>
                </a:lnTo>
                <a:lnTo>
                  <a:pt x="405645" y="108172"/>
                </a:lnTo>
                <a:close/>
                <a:moveTo>
                  <a:pt x="270430" y="0"/>
                </a:moveTo>
                <a:lnTo>
                  <a:pt x="351559" y="67608"/>
                </a:lnTo>
                <a:lnTo>
                  <a:pt x="446210" y="67608"/>
                </a:lnTo>
                <a:lnTo>
                  <a:pt x="446210" y="126426"/>
                </a:lnTo>
                <a:lnTo>
                  <a:pt x="540860" y="217020"/>
                </a:lnTo>
                <a:lnTo>
                  <a:pt x="540860" y="594946"/>
                </a:lnTo>
                <a:lnTo>
                  <a:pt x="0" y="594946"/>
                </a:lnTo>
                <a:lnTo>
                  <a:pt x="0" y="217020"/>
                </a:lnTo>
                <a:lnTo>
                  <a:pt x="94651" y="127102"/>
                </a:lnTo>
                <a:lnTo>
                  <a:pt x="94651" y="67608"/>
                </a:lnTo>
                <a:lnTo>
                  <a:pt x="189301" y="676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772A69CD-0326-405E-BE44-4DC84F92DF5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825911" y="3715116"/>
            <a:ext cx="539842" cy="541115"/>
          </a:xfrm>
          <a:custGeom>
            <a:avLst/>
            <a:gdLst>
              <a:gd name="connsiteX0" fmla="*/ 417472 w 539842"/>
              <a:gd name="connsiteY0" fmla="*/ 321135 h 541115"/>
              <a:gd name="connsiteX1" fmla="*/ 438431 w 539842"/>
              <a:gd name="connsiteY1" fmla="*/ 329924 h 541115"/>
              <a:gd name="connsiteX2" fmla="*/ 531729 w 539842"/>
              <a:gd name="connsiteY2" fmla="*/ 423222 h 541115"/>
              <a:gd name="connsiteX3" fmla="*/ 539842 w 539842"/>
              <a:gd name="connsiteY3" fmla="*/ 444181 h 541115"/>
              <a:gd name="connsiteX4" fmla="*/ 531053 w 539842"/>
              <a:gd name="connsiteY4" fmla="*/ 465139 h 541115"/>
              <a:gd name="connsiteX5" fmla="*/ 520912 w 539842"/>
              <a:gd name="connsiteY5" fmla="*/ 475280 h 541115"/>
              <a:gd name="connsiteX6" fmla="*/ 386373 w 539842"/>
              <a:gd name="connsiteY6" fmla="*/ 340741 h 541115"/>
              <a:gd name="connsiteX7" fmla="*/ 396514 w 539842"/>
              <a:gd name="connsiteY7" fmla="*/ 329924 h 541115"/>
              <a:gd name="connsiteX8" fmla="*/ 417472 w 539842"/>
              <a:gd name="connsiteY8" fmla="*/ 321135 h 541115"/>
              <a:gd name="connsiteX9" fmla="*/ 44956 w 539842"/>
              <a:gd name="connsiteY9" fmla="*/ 39888 h 541115"/>
              <a:gd name="connsiteX10" fmla="*/ 179495 w 539842"/>
              <a:gd name="connsiteY10" fmla="*/ 174427 h 541115"/>
              <a:gd name="connsiteX11" fmla="*/ 158536 w 539842"/>
              <a:gd name="connsiteY11" fmla="*/ 194709 h 541115"/>
              <a:gd name="connsiteX12" fmla="*/ 154480 w 539842"/>
              <a:gd name="connsiteY12" fmla="*/ 204850 h 541115"/>
              <a:gd name="connsiteX13" fmla="*/ 158536 w 539842"/>
              <a:gd name="connsiteY13" fmla="*/ 214991 h 541115"/>
              <a:gd name="connsiteX14" fmla="*/ 326203 w 539842"/>
              <a:gd name="connsiteY14" fmla="*/ 381982 h 541115"/>
              <a:gd name="connsiteX15" fmla="*/ 336344 w 539842"/>
              <a:gd name="connsiteY15" fmla="*/ 386038 h 541115"/>
              <a:gd name="connsiteX16" fmla="*/ 346485 w 539842"/>
              <a:gd name="connsiteY16" fmla="*/ 381982 h 541115"/>
              <a:gd name="connsiteX17" fmla="*/ 366767 w 539842"/>
              <a:gd name="connsiteY17" fmla="*/ 361024 h 541115"/>
              <a:gd name="connsiteX18" fmla="*/ 500630 w 539842"/>
              <a:gd name="connsiteY18" fmla="*/ 495563 h 541115"/>
              <a:gd name="connsiteX19" fmla="*/ 482376 w 539842"/>
              <a:gd name="connsiteY19" fmla="*/ 513817 h 541115"/>
              <a:gd name="connsiteX20" fmla="*/ 413417 w 539842"/>
              <a:gd name="connsiteY20" fmla="*/ 540860 h 541115"/>
              <a:gd name="connsiteX21" fmla="*/ 305245 w 539842"/>
              <a:gd name="connsiteY21" fmla="*/ 509084 h 541115"/>
              <a:gd name="connsiteX22" fmla="*/ 262652 w 539842"/>
              <a:gd name="connsiteY22" fmla="*/ 482041 h 541115"/>
              <a:gd name="connsiteX23" fmla="*/ 56449 w 539842"/>
              <a:gd name="connsiteY23" fmla="*/ 269077 h 541115"/>
              <a:gd name="connsiteX24" fmla="*/ 15885 w 539842"/>
              <a:gd name="connsiteY24" fmla="*/ 198090 h 541115"/>
              <a:gd name="connsiteX25" fmla="*/ 335 w 539842"/>
              <a:gd name="connsiteY25" fmla="*/ 110200 h 541115"/>
              <a:gd name="connsiteX26" fmla="*/ 22645 w 539842"/>
              <a:gd name="connsiteY26" fmla="*/ 62198 h 541115"/>
              <a:gd name="connsiteX27" fmla="*/ 44956 w 539842"/>
              <a:gd name="connsiteY27" fmla="*/ 39888 h 541115"/>
              <a:gd name="connsiteX28" fmla="*/ 97013 w 539842"/>
              <a:gd name="connsiteY28" fmla="*/ 0 h 541115"/>
              <a:gd name="connsiteX29" fmla="*/ 117296 w 539842"/>
              <a:gd name="connsiteY29" fmla="*/ 8789 h 541115"/>
              <a:gd name="connsiteX30" fmla="*/ 210594 w 539842"/>
              <a:gd name="connsiteY30" fmla="*/ 101411 h 541115"/>
              <a:gd name="connsiteX31" fmla="*/ 219383 w 539842"/>
              <a:gd name="connsiteY31" fmla="*/ 122370 h 541115"/>
              <a:gd name="connsiteX32" fmla="*/ 210594 w 539842"/>
              <a:gd name="connsiteY32" fmla="*/ 143328 h 541115"/>
              <a:gd name="connsiteX33" fmla="*/ 200453 w 539842"/>
              <a:gd name="connsiteY33" fmla="*/ 153469 h 541115"/>
              <a:gd name="connsiteX34" fmla="*/ 65914 w 539842"/>
              <a:gd name="connsiteY34" fmla="*/ 18930 h 541115"/>
              <a:gd name="connsiteX35" fmla="*/ 76055 w 539842"/>
              <a:gd name="connsiteY35" fmla="*/ 8789 h 541115"/>
              <a:gd name="connsiteX36" fmla="*/ 97013 w 539842"/>
              <a:gd name="connsiteY36" fmla="*/ 0 h 541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39842" h="541115">
                <a:moveTo>
                  <a:pt x="417472" y="321135"/>
                </a:moveTo>
                <a:cubicBezTo>
                  <a:pt x="425585" y="321135"/>
                  <a:pt x="433022" y="324515"/>
                  <a:pt x="438431" y="329924"/>
                </a:cubicBezTo>
                <a:lnTo>
                  <a:pt x="531729" y="423222"/>
                </a:lnTo>
                <a:cubicBezTo>
                  <a:pt x="537138" y="428631"/>
                  <a:pt x="539842" y="436068"/>
                  <a:pt x="539842" y="444181"/>
                </a:cubicBezTo>
                <a:cubicBezTo>
                  <a:pt x="539842" y="452294"/>
                  <a:pt x="536462" y="459730"/>
                  <a:pt x="531053" y="465139"/>
                </a:cubicBezTo>
                <a:lnTo>
                  <a:pt x="520912" y="475280"/>
                </a:lnTo>
                <a:lnTo>
                  <a:pt x="386373" y="340741"/>
                </a:lnTo>
                <a:lnTo>
                  <a:pt x="396514" y="329924"/>
                </a:lnTo>
                <a:cubicBezTo>
                  <a:pt x="401923" y="324515"/>
                  <a:pt x="409360" y="321135"/>
                  <a:pt x="417472" y="321135"/>
                </a:cubicBezTo>
                <a:close/>
                <a:moveTo>
                  <a:pt x="44956" y="39888"/>
                </a:moveTo>
                <a:lnTo>
                  <a:pt x="179495" y="174427"/>
                </a:lnTo>
                <a:lnTo>
                  <a:pt x="158536" y="194709"/>
                </a:lnTo>
                <a:cubicBezTo>
                  <a:pt x="155832" y="197413"/>
                  <a:pt x="154480" y="201470"/>
                  <a:pt x="154480" y="204850"/>
                </a:cubicBezTo>
                <a:cubicBezTo>
                  <a:pt x="154480" y="208231"/>
                  <a:pt x="155832" y="212287"/>
                  <a:pt x="158536" y="214991"/>
                </a:cubicBezTo>
                <a:lnTo>
                  <a:pt x="326203" y="381982"/>
                </a:lnTo>
                <a:cubicBezTo>
                  <a:pt x="328907" y="384686"/>
                  <a:pt x="332964" y="386038"/>
                  <a:pt x="336344" y="386038"/>
                </a:cubicBezTo>
                <a:cubicBezTo>
                  <a:pt x="339724" y="386038"/>
                  <a:pt x="343781" y="384686"/>
                  <a:pt x="346485" y="381982"/>
                </a:cubicBezTo>
                <a:lnTo>
                  <a:pt x="366767" y="361024"/>
                </a:lnTo>
                <a:lnTo>
                  <a:pt x="500630" y="495563"/>
                </a:lnTo>
                <a:lnTo>
                  <a:pt x="482376" y="513817"/>
                </a:lnTo>
                <a:cubicBezTo>
                  <a:pt x="464798" y="532747"/>
                  <a:pt x="439107" y="542888"/>
                  <a:pt x="413417" y="540860"/>
                </a:cubicBezTo>
                <a:cubicBezTo>
                  <a:pt x="374880" y="538155"/>
                  <a:pt x="339048" y="525986"/>
                  <a:pt x="305245" y="509084"/>
                </a:cubicBezTo>
                <a:cubicBezTo>
                  <a:pt x="290371" y="500971"/>
                  <a:pt x="276173" y="492182"/>
                  <a:pt x="262652" y="482041"/>
                </a:cubicBezTo>
                <a:cubicBezTo>
                  <a:pt x="181523" y="424575"/>
                  <a:pt x="111887" y="352235"/>
                  <a:pt x="56449" y="269077"/>
                </a:cubicBezTo>
                <a:cubicBezTo>
                  <a:pt x="40899" y="246767"/>
                  <a:pt x="26702" y="223104"/>
                  <a:pt x="15885" y="198090"/>
                </a:cubicBezTo>
                <a:cubicBezTo>
                  <a:pt x="5743" y="169694"/>
                  <a:pt x="-1693" y="140623"/>
                  <a:pt x="335" y="110200"/>
                </a:cubicBezTo>
                <a:cubicBezTo>
                  <a:pt x="1011" y="91946"/>
                  <a:pt x="9124" y="75044"/>
                  <a:pt x="22645" y="62198"/>
                </a:cubicBezTo>
                <a:cubicBezTo>
                  <a:pt x="28054" y="56790"/>
                  <a:pt x="36167" y="48677"/>
                  <a:pt x="44956" y="39888"/>
                </a:cubicBezTo>
                <a:close/>
                <a:moveTo>
                  <a:pt x="97013" y="0"/>
                </a:moveTo>
                <a:cubicBezTo>
                  <a:pt x="104450" y="0"/>
                  <a:pt x="111887" y="3380"/>
                  <a:pt x="117296" y="8789"/>
                </a:cubicBezTo>
                <a:lnTo>
                  <a:pt x="210594" y="101411"/>
                </a:lnTo>
                <a:cubicBezTo>
                  <a:pt x="216003" y="106820"/>
                  <a:pt x="219383" y="114257"/>
                  <a:pt x="219383" y="122370"/>
                </a:cubicBezTo>
                <a:cubicBezTo>
                  <a:pt x="219383" y="130482"/>
                  <a:pt x="216003" y="137919"/>
                  <a:pt x="210594" y="143328"/>
                </a:cubicBezTo>
                <a:lnTo>
                  <a:pt x="200453" y="153469"/>
                </a:lnTo>
                <a:lnTo>
                  <a:pt x="65914" y="18930"/>
                </a:lnTo>
                <a:lnTo>
                  <a:pt x="76055" y="8789"/>
                </a:lnTo>
                <a:cubicBezTo>
                  <a:pt x="81464" y="3380"/>
                  <a:pt x="89577" y="0"/>
                  <a:pt x="970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22FDA902-E2B2-82D1-473A-34A141C5D40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954486" y="4874403"/>
            <a:ext cx="283026" cy="459731"/>
          </a:xfrm>
          <a:custGeom>
            <a:avLst/>
            <a:gdLst>
              <a:gd name="connsiteX0" fmla="*/ 141514 w 283026"/>
              <a:gd name="connsiteY0" fmla="*/ 81129 h 459731"/>
              <a:gd name="connsiteX1" fmla="*/ 80667 w 283026"/>
              <a:gd name="connsiteY1" fmla="*/ 141976 h 459731"/>
              <a:gd name="connsiteX2" fmla="*/ 141514 w 283026"/>
              <a:gd name="connsiteY2" fmla="*/ 202823 h 459731"/>
              <a:gd name="connsiteX3" fmla="*/ 202361 w 283026"/>
              <a:gd name="connsiteY3" fmla="*/ 141976 h 459731"/>
              <a:gd name="connsiteX4" fmla="*/ 141514 w 283026"/>
              <a:gd name="connsiteY4" fmla="*/ 81129 h 459731"/>
              <a:gd name="connsiteX5" fmla="*/ 141514 w 283026"/>
              <a:gd name="connsiteY5" fmla="*/ 0 h 459731"/>
              <a:gd name="connsiteX6" fmla="*/ 258475 w 283026"/>
              <a:gd name="connsiteY6" fmla="*/ 62199 h 459731"/>
              <a:gd name="connsiteX7" fmla="*/ 273348 w 283026"/>
              <a:gd name="connsiteY7" fmla="*/ 194034 h 459731"/>
              <a:gd name="connsiteX8" fmla="*/ 209121 w 283026"/>
              <a:gd name="connsiteY8" fmla="*/ 336009 h 459731"/>
              <a:gd name="connsiteX9" fmla="*/ 153683 w 283026"/>
              <a:gd name="connsiteY9" fmla="*/ 452294 h 459731"/>
              <a:gd name="connsiteX10" fmla="*/ 141514 w 283026"/>
              <a:gd name="connsiteY10" fmla="*/ 459731 h 459731"/>
              <a:gd name="connsiteX11" fmla="*/ 129344 w 283026"/>
              <a:gd name="connsiteY11" fmla="*/ 452294 h 459731"/>
              <a:gd name="connsiteX12" fmla="*/ 73906 w 283026"/>
              <a:gd name="connsiteY12" fmla="*/ 336009 h 459731"/>
              <a:gd name="connsiteX13" fmla="*/ 9679 w 283026"/>
              <a:gd name="connsiteY13" fmla="*/ 194034 h 459731"/>
              <a:gd name="connsiteX14" fmla="*/ 24553 w 283026"/>
              <a:gd name="connsiteY14" fmla="*/ 62199 h 459731"/>
              <a:gd name="connsiteX15" fmla="*/ 141514 w 283026"/>
              <a:gd name="connsiteY15" fmla="*/ 0 h 459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3026" h="459731">
                <a:moveTo>
                  <a:pt x="141514" y="81129"/>
                </a:moveTo>
                <a:cubicBezTo>
                  <a:pt x="107710" y="81129"/>
                  <a:pt x="80667" y="108172"/>
                  <a:pt x="80667" y="141976"/>
                </a:cubicBezTo>
                <a:cubicBezTo>
                  <a:pt x="80667" y="175780"/>
                  <a:pt x="107710" y="202823"/>
                  <a:pt x="141514" y="202823"/>
                </a:cubicBezTo>
                <a:cubicBezTo>
                  <a:pt x="175318" y="202823"/>
                  <a:pt x="202361" y="175780"/>
                  <a:pt x="202361" y="141976"/>
                </a:cubicBezTo>
                <a:cubicBezTo>
                  <a:pt x="202361" y="108172"/>
                  <a:pt x="175318" y="81129"/>
                  <a:pt x="141514" y="81129"/>
                </a:cubicBezTo>
                <a:close/>
                <a:moveTo>
                  <a:pt x="141514" y="0"/>
                </a:moveTo>
                <a:cubicBezTo>
                  <a:pt x="188163" y="0"/>
                  <a:pt x="232108" y="22987"/>
                  <a:pt x="258475" y="62199"/>
                </a:cubicBezTo>
                <a:cubicBezTo>
                  <a:pt x="284842" y="100735"/>
                  <a:pt x="290250" y="150089"/>
                  <a:pt x="273348" y="194034"/>
                </a:cubicBezTo>
                <a:lnTo>
                  <a:pt x="209121" y="336009"/>
                </a:lnTo>
                <a:lnTo>
                  <a:pt x="153683" y="452294"/>
                </a:lnTo>
                <a:cubicBezTo>
                  <a:pt x="151655" y="457027"/>
                  <a:pt x="146922" y="459731"/>
                  <a:pt x="141514" y="459731"/>
                </a:cubicBezTo>
                <a:cubicBezTo>
                  <a:pt x="136105" y="459731"/>
                  <a:pt x="131373" y="457027"/>
                  <a:pt x="129344" y="452294"/>
                </a:cubicBezTo>
                <a:lnTo>
                  <a:pt x="73906" y="336009"/>
                </a:lnTo>
                <a:lnTo>
                  <a:pt x="9679" y="194034"/>
                </a:lnTo>
                <a:cubicBezTo>
                  <a:pt x="-7223" y="150089"/>
                  <a:pt x="-1814" y="100735"/>
                  <a:pt x="24553" y="62199"/>
                </a:cubicBezTo>
                <a:cubicBezTo>
                  <a:pt x="50920" y="22987"/>
                  <a:pt x="94865" y="0"/>
                  <a:pt x="14151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0957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06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0" y="1788160"/>
            <a:ext cx="12192000" cy="328168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3" y="2045548"/>
            <a:ext cx="11017251" cy="1383452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>
            <a:cxnSpLocks/>
          </p:cNvCxnSpPr>
          <p:nvPr userDrawn="1"/>
        </p:nvCxnSpPr>
        <p:spPr>
          <a:xfrm>
            <a:off x="1638300" y="584994"/>
            <a:ext cx="42672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>
            <a:cxnSpLocks/>
          </p:cNvCxnSpPr>
          <p:nvPr userDrawn="1"/>
        </p:nvCxnSpPr>
        <p:spPr>
          <a:xfrm>
            <a:off x="10345266" y="584994"/>
            <a:ext cx="125935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499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587375" y="67287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7376" y="3672238"/>
            <a:ext cx="11017250" cy="1140214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3423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06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9705974" y="1788160"/>
            <a:ext cx="2486025" cy="328168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3" y="2045548"/>
            <a:ext cx="5508627" cy="1383452"/>
          </a:xfr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>
            <a:cxnSpLocks/>
          </p:cNvCxnSpPr>
          <p:nvPr userDrawn="1"/>
        </p:nvCxnSpPr>
        <p:spPr>
          <a:xfrm>
            <a:off x="1638300" y="584994"/>
            <a:ext cx="42672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>
            <a:cxnSpLocks/>
          </p:cNvCxnSpPr>
          <p:nvPr userDrawn="1"/>
        </p:nvCxnSpPr>
        <p:spPr>
          <a:xfrm>
            <a:off x="10345266" y="584994"/>
            <a:ext cx="125935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499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587375" y="67287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7376" y="3672238"/>
            <a:ext cx="5508626" cy="1140214"/>
          </a:xfrm>
        </p:spPr>
        <p:txBody>
          <a:bodyPr vert="horz" lIns="91440" tIns="45720" rIns="91440" bIns="45720" rtlCol="0">
            <a:noAutofit/>
          </a:bodyPr>
          <a:lstStyle>
            <a:lvl1pPr marL="0" indent="0" algn="l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797822D4-3AF1-5B58-2FF0-158DBC5AC59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12125" y="781050"/>
            <a:ext cx="3492500" cy="529590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2711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06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1307305" y="2045546"/>
            <a:ext cx="9577390" cy="1383453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305" y="2045546"/>
            <a:ext cx="9577390" cy="1383453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>
            <a:cxnSpLocks/>
          </p:cNvCxnSpPr>
          <p:nvPr userDrawn="1"/>
        </p:nvCxnSpPr>
        <p:spPr>
          <a:xfrm>
            <a:off x="1638300" y="584994"/>
            <a:ext cx="42672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>
            <a:cxnSpLocks/>
          </p:cNvCxnSpPr>
          <p:nvPr userDrawn="1"/>
        </p:nvCxnSpPr>
        <p:spPr>
          <a:xfrm>
            <a:off x="10345266" y="584994"/>
            <a:ext cx="125935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499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587375" y="67287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07306" y="3672238"/>
            <a:ext cx="9577388" cy="1140214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65830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07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7C7D43-1CC3-3332-AEFC-59ABB023F7AC}"/>
              </a:ext>
            </a:extLst>
          </p:cNvPr>
          <p:cNvSpPr/>
          <p:nvPr userDrawn="1"/>
        </p:nvSpPr>
        <p:spPr>
          <a:xfrm>
            <a:off x="1142336" y="3429000"/>
            <a:ext cx="3189032" cy="3429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2" y="584200"/>
            <a:ext cx="10210796" cy="811463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44C5E0-9971-F7E5-8391-70E4C831287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90602" y="1677545"/>
            <a:ext cx="3492500" cy="379439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F883061-5B41-6F26-B7AA-275F3173FA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34836" y="2650532"/>
            <a:ext cx="6566562" cy="408927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FBE3A87-105B-1E6E-1BD8-ABF5A9E0AC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34836" y="1677545"/>
            <a:ext cx="6566562" cy="612569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1B34521A-7E0E-1C4A-9C93-8FDE8C7AC58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34836" y="3165814"/>
            <a:ext cx="6566562" cy="23061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0118821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07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7C7D43-1CC3-3332-AEFC-59ABB023F7AC}"/>
              </a:ext>
            </a:extLst>
          </p:cNvPr>
          <p:cNvSpPr/>
          <p:nvPr userDrawn="1"/>
        </p:nvSpPr>
        <p:spPr>
          <a:xfrm>
            <a:off x="0" y="0"/>
            <a:ext cx="12192000" cy="252984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2" y="584200"/>
            <a:ext cx="10210796" cy="811463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44C5E0-9971-F7E5-8391-70E4C831287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153145" y="1574478"/>
            <a:ext cx="2926729" cy="317971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F883061-5B41-6F26-B7AA-275F3173FA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53145" y="5847157"/>
            <a:ext cx="2926729" cy="40892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FBE3A87-105B-1E6E-1BD8-ABF5A9E0AC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53145" y="5077812"/>
            <a:ext cx="2926729" cy="408927"/>
          </a:xfrm>
        </p:spPr>
        <p:txBody>
          <a:bodyPr anchor="b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8CC0DFDD-AE3D-21CD-3ECA-55C99FD79FA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713907" y="1574478"/>
            <a:ext cx="2926729" cy="317971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C35C339-B131-935D-A745-25B2E753EF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13907" y="5847157"/>
            <a:ext cx="2926729" cy="40892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70E8CCF4-77CA-C2E6-4322-92E5FD4E5AB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13907" y="5077812"/>
            <a:ext cx="2926729" cy="408927"/>
          </a:xfrm>
        </p:spPr>
        <p:txBody>
          <a:bodyPr anchor="b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1F3B3073-62FB-9C18-6E24-B85FE2C0D08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274669" y="1574478"/>
            <a:ext cx="2926729" cy="317971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33843DE-A509-C4F3-95B1-7CE1070E8C4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4669" y="5847157"/>
            <a:ext cx="2926729" cy="40892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E4DE0624-B531-4679-85CC-26E061F0904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74669" y="5077812"/>
            <a:ext cx="2926729" cy="408927"/>
          </a:xfrm>
        </p:spPr>
        <p:txBody>
          <a:bodyPr anchor="b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717294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07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7C7D43-1CC3-3332-AEFC-59ABB023F7AC}"/>
              </a:ext>
            </a:extLst>
          </p:cNvPr>
          <p:cNvSpPr/>
          <p:nvPr userDrawn="1"/>
        </p:nvSpPr>
        <p:spPr>
          <a:xfrm>
            <a:off x="0" y="0"/>
            <a:ext cx="12192000" cy="252984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2" y="584200"/>
            <a:ext cx="10210796" cy="811463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44C5E0-9971-F7E5-8391-70E4C831287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90602" y="1849120"/>
            <a:ext cx="2328561" cy="2529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F883061-5B41-6F26-B7AA-275F3173FA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0602" y="5558162"/>
            <a:ext cx="2328561" cy="40892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FBE3A87-105B-1E6E-1BD8-ABF5A9E0AC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90602" y="4788817"/>
            <a:ext cx="2328561" cy="408927"/>
          </a:xfrm>
        </p:spPr>
        <p:txBody>
          <a:bodyPr anchor="b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A115D3E-06C8-94A8-C7A6-7A54E905241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618014" y="1849120"/>
            <a:ext cx="2328561" cy="2529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3E3143A-A669-396C-527B-2DF6F35204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18014" y="5558162"/>
            <a:ext cx="2328561" cy="40892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5612B400-7941-B897-A85A-4C9D7CFC349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18014" y="4788817"/>
            <a:ext cx="2328561" cy="408927"/>
          </a:xfrm>
        </p:spPr>
        <p:txBody>
          <a:bodyPr anchor="b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2790C03E-3168-FD7D-2BF2-B146F42066A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45426" y="1849120"/>
            <a:ext cx="2328561" cy="2529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E92E3D50-7E43-92E2-C4C7-F8C758DEAE3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45426" y="5558162"/>
            <a:ext cx="2328561" cy="40892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9C9003E-ABD3-197E-AC48-A60631592CE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45426" y="4788817"/>
            <a:ext cx="2328561" cy="408927"/>
          </a:xfrm>
        </p:spPr>
        <p:txBody>
          <a:bodyPr anchor="b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53B98425-54ED-9F6C-E805-798F24DA276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872839" y="1849120"/>
            <a:ext cx="2328561" cy="2529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919239A0-E145-9BBB-706B-AF13B4BB5E5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72839" y="5558162"/>
            <a:ext cx="2328561" cy="40892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B7AEBEE5-24FA-2A2E-3C73-CA96D111B1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72839" y="4788817"/>
            <a:ext cx="2328561" cy="408927"/>
          </a:xfrm>
        </p:spPr>
        <p:txBody>
          <a:bodyPr anchor="b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460890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07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7C7D43-1CC3-3332-AEFC-59ABB023F7AC}"/>
              </a:ext>
            </a:extLst>
          </p:cNvPr>
          <p:cNvSpPr/>
          <p:nvPr userDrawn="1"/>
        </p:nvSpPr>
        <p:spPr>
          <a:xfrm>
            <a:off x="0" y="0"/>
            <a:ext cx="12192000" cy="252984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2" y="584200"/>
            <a:ext cx="10210796" cy="811463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44C5E0-9971-F7E5-8391-70E4C831287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90602" y="1660256"/>
            <a:ext cx="2621278" cy="284785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F883061-5B41-6F26-B7AA-275F3173FA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0602" y="5558162"/>
            <a:ext cx="2621278" cy="40892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FBE3A87-105B-1E6E-1BD8-ABF5A9E0AC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90602" y="4788817"/>
            <a:ext cx="2621278" cy="408927"/>
          </a:xfrm>
        </p:spPr>
        <p:txBody>
          <a:bodyPr anchor="b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437A582-4A12-E508-AB60-848FF00590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389851" y="1660256"/>
            <a:ext cx="1234700" cy="134142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D376F6E-9541-43F6-8C81-EFB9015B18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93192" y="3490557"/>
            <a:ext cx="1628019" cy="307353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B5A5A15-6EAC-A905-163B-AACB411C9EE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193192" y="3121647"/>
            <a:ext cx="1628019" cy="30735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945E32A7-707B-86F1-E301-29FFE579BDC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389851" y="4132593"/>
            <a:ext cx="1234700" cy="134142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E1348B6E-D790-42C2-D7B4-BD30D3C8D0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93192" y="5962894"/>
            <a:ext cx="1628019" cy="307353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7664452C-C8D9-3614-3858-A6BD0A6F04C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93192" y="5593984"/>
            <a:ext cx="1628019" cy="30735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Picture Placeholder 6">
            <a:extLst>
              <a:ext uri="{FF2B5EF4-FFF2-40B4-BE49-F238E27FC236}">
                <a16:creationId xmlns:a16="http://schemas.microsoft.com/office/drawing/2014/main" id="{C9849D3C-E716-6BD6-15BF-B5A70539D89F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079945" y="1660256"/>
            <a:ext cx="1234700" cy="134142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46003773-4C2E-29E4-03DC-D533EEA5CA9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83286" y="3490557"/>
            <a:ext cx="1628019" cy="307353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E51E319-A781-182A-659B-52125E215BD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83286" y="3121647"/>
            <a:ext cx="1628019" cy="30735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4" name="Picture Placeholder 6">
            <a:extLst>
              <a:ext uri="{FF2B5EF4-FFF2-40B4-BE49-F238E27FC236}">
                <a16:creationId xmlns:a16="http://schemas.microsoft.com/office/drawing/2014/main" id="{F8184EF0-C3A2-DE0D-A915-BE044D41F5B8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079945" y="4132593"/>
            <a:ext cx="1234700" cy="134142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C07899E2-72CA-CD1F-4FFA-DBEEC48BE22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83286" y="5962894"/>
            <a:ext cx="1628019" cy="307353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BBEC9C2B-371B-6790-C895-ADA8F4B936D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883286" y="5593984"/>
            <a:ext cx="1628019" cy="30735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7" name="Picture Placeholder 6">
            <a:extLst>
              <a:ext uri="{FF2B5EF4-FFF2-40B4-BE49-F238E27FC236}">
                <a16:creationId xmlns:a16="http://schemas.microsoft.com/office/drawing/2014/main" id="{A998F442-3AE2-1FF9-8A8E-628DEC1E737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770038" y="1660256"/>
            <a:ext cx="1234700" cy="134142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C48F272F-C9E6-9E29-D2A1-553354FA16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73379" y="3490557"/>
            <a:ext cx="1628019" cy="307353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DDAF5100-A4E1-962D-5E5F-A944A809DC1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73379" y="3121647"/>
            <a:ext cx="1628019" cy="30735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0" name="Picture Placeholder 6">
            <a:extLst>
              <a:ext uri="{FF2B5EF4-FFF2-40B4-BE49-F238E27FC236}">
                <a16:creationId xmlns:a16="http://schemas.microsoft.com/office/drawing/2014/main" id="{9707D43F-2BB5-6B3A-FB18-07981291FFCB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770038" y="4132593"/>
            <a:ext cx="1234700" cy="134142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F5D4884D-F4C5-8DD3-7B7A-A5433A7EFD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73379" y="5962894"/>
            <a:ext cx="1628019" cy="307353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1672A2DE-796F-4523-537F-4D4BC58E259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573379" y="5593984"/>
            <a:ext cx="1628019" cy="30735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655819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S08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2" y="584201"/>
            <a:ext cx="10210796" cy="45666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2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CB1BA59-6A23-1C22-484C-F44919FBFED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90600" y="1844040"/>
            <a:ext cx="10210800" cy="4429760"/>
          </a:xfrm>
        </p:spPr>
        <p:txBody>
          <a:bodyPr>
            <a:normAutofit/>
          </a:bodyPr>
          <a:lstStyle>
            <a:lvl1pPr marL="228600" indent="-228600">
              <a:buClr>
                <a:schemeClr val="tx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1pPr>
            <a:lvl2pPr marL="685800" indent="-228600">
              <a:buClr>
                <a:schemeClr val="tx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2pPr>
            <a:lvl3pPr marL="1143000" indent="-228600">
              <a:buClr>
                <a:schemeClr val="tx1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200" indent="-228600">
              <a:buClr>
                <a:schemeClr val="tx1"/>
              </a:buClr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</a:defRPr>
            </a:lvl4pPr>
            <a:lvl5pPr marL="2057400" indent="-228600">
              <a:buClr>
                <a:schemeClr val="tx1"/>
              </a:buClr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05490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estion S09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5275" y="1797739"/>
            <a:ext cx="5489350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15276" y="2770725"/>
            <a:ext cx="5489350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5F2ABBD-91F5-C70A-C6E7-842745F6A198}"/>
              </a:ext>
            </a:extLst>
          </p:cNvPr>
          <p:cNvSpPr/>
          <p:nvPr userDrawn="1"/>
        </p:nvSpPr>
        <p:spPr>
          <a:xfrm>
            <a:off x="0" y="1714500"/>
            <a:ext cx="5394960" cy="3429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EF5EC16-4313-722B-60DA-C87C861CE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616203"/>
            <a:ext cx="4408327" cy="162559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08613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Text Box T2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FB1061-563E-2AD7-21A5-0726FC80557C}"/>
              </a:ext>
            </a:extLst>
          </p:cNvPr>
          <p:cNvSpPr/>
          <p:nvPr userDrawn="1"/>
        </p:nvSpPr>
        <p:spPr>
          <a:xfrm>
            <a:off x="7416800" y="2122260"/>
            <a:ext cx="3088640" cy="4735739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6191248" cy="1325563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609600" y="58466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609600" y="671750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2816013"/>
            <a:ext cx="5181600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400" y="3789000"/>
            <a:ext cx="5181600" cy="2484336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F175D2-EEFE-E4BF-0E57-03025B8F8D6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12125" y="1"/>
            <a:ext cx="4079874" cy="6858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6149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Text Box T20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796698"/>
            <a:ext cx="10690225" cy="1325563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609600" y="58466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609600" y="671750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14536A8-5B36-DB20-0A22-84C23E539C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2685822"/>
            <a:ext cx="5508624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0E2EFB9-4072-96B3-862C-B75B0058435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1" y="3658808"/>
            <a:ext cx="5508624" cy="261499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DB6D73-057D-A94F-432B-54500F9D7902}"/>
              </a:ext>
            </a:extLst>
          </p:cNvPr>
          <p:cNvSpPr/>
          <p:nvPr userDrawn="1"/>
        </p:nvSpPr>
        <p:spPr>
          <a:xfrm>
            <a:off x="2982913" y="3429000"/>
            <a:ext cx="2468562" cy="3429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D7C6AF65-E495-8AEC-B002-3367F54636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74722" y="2685822"/>
            <a:ext cx="4046857" cy="358797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2266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Text Boxes T2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B735EAF-8052-DDCD-6CEC-D825479BEFD3}"/>
              </a:ext>
            </a:extLst>
          </p:cNvPr>
          <p:cNvSpPr/>
          <p:nvPr userDrawn="1"/>
        </p:nvSpPr>
        <p:spPr>
          <a:xfrm>
            <a:off x="6095999" y="-9565"/>
            <a:ext cx="4068763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2281" y="796698"/>
            <a:ext cx="6937543" cy="1325563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CB9F921-8097-7740-47FD-1905F9FE44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1112" y="0"/>
            <a:ext cx="4068763" cy="684843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EBCBD63-480F-D96C-B0DF-94EF264BA08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3844" y="2816013"/>
            <a:ext cx="3015979" cy="612569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F1D198-945D-C96D-60E9-C0AEC5E296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06240" y="3789000"/>
            <a:ext cx="3015979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BDCD9B2A-F0BB-F9DB-CC75-2EC1683475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9239" y="3789000"/>
            <a:ext cx="3015979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2271BA1-38C2-A7FE-AC76-8EC49BFBBE3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69239" y="2816013"/>
            <a:ext cx="3015979" cy="612569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4E1DFAB-28D8-B5CE-CCCD-D0320800EDE8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6F2AE28-EF8D-C600-D3CF-2C5F4251A23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26DCEE2-5821-0543-5382-BBE1D8D60E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8976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Text Boxes T21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53A1984-C960-576C-0D1C-E53080E1EB5F}"/>
              </a:ext>
            </a:extLst>
          </p:cNvPr>
          <p:cNvSpPr/>
          <p:nvPr userDrawn="1"/>
        </p:nvSpPr>
        <p:spPr>
          <a:xfrm>
            <a:off x="0" y="6273335"/>
            <a:ext cx="12191999" cy="575099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6896136" cy="1325563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609600" y="58466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609600" y="671750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399" y="2816012"/>
            <a:ext cx="3165475" cy="61298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45061" y="2816012"/>
            <a:ext cx="3165475" cy="61298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399" y="3789000"/>
            <a:ext cx="3165475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45061" y="3789000"/>
            <a:ext cx="3165475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F175D2-EEFE-E4BF-0E57-03025B8F8D6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12126" y="1"/>
            <a:ext cx="4079874" cy="6858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0172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Text Boxes T21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2816014"/>
            <a:ext cx="2917371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816014"/>
            <a:ext cx="2917371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789000"/>
            <a:ext cx="2917371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789000"/>
            <a:ext cx="2917371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5F2ABBD-91F5-C70A-C6E7-842745F6A198}"/>
              </a:ext>
            </a:extLst>
          </p:cNvPr>
          <p:cNvSpPr/>
          <p:nvPr userDrawn="1"/>
        </p:nvSpPr>
        <p:spPr>
          <a:xfrm>
            <a:off x="1611313" y="3429000"/>
            <a:ext cx="2468562" cy="3429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8B093257-1959-B398-EC8B-53DE3FEC7E4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74723" y="2685822"/>
            <a:ext cx="2408240" cy="358797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EF5EC16-4313-722B-60DA-C87C861CE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633" y="584200"/>
            <a:ext cx="10218735" cy="1325563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45900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Text Boxes T21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FB883CC-094E-7039-9807-58F11002611B}"/>
              </a:ext>
            </a:extLst>
          </p:cNvPr>
          <p:cNvSpPr/>
          <p:nvPr userDrawn="1"/>
        </p:nvSpPr>
        <p:spPr>
          <a:xfrm>
            <a:off x="1" y="0"/>
            <a:ext cx="5086346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6633" y="2805128"/>
            <a:ext cx="3085304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12125" y="2816014"/>
            <a:ext cx="3085200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86633" y="3789000"/>
            <a:ext cx="3085304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12124" y="3789000"/>
            <a:ext cx="3085200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FDDBBAD-B928-4819-64F5-80A5AECD71C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610100" y="2171699"/>
            <a:ext cx="2971800" cy="45497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286C0CA-45F4-43BF-39CE-AF6C884AE557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7D54ACE-8F34-7F75-48C9-4ED641D4CE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415FD36-78E8-35E1-2300-4B2C7D6EA4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73673B6A-7FE7-CBEA-37F7-E32AFBF64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633" y="584200"/>
            <a:ext cx="10218735" cy="1325563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6556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Text Boxes T2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7C7D43-1CC3-3332-AEFC-59ABB023F7AC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2" y="584200"/>
            <a:ext cx="10210796" cy="1325563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0604" y="2816014"/>
            <a:ext cx="2996982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97509" y="2816014"/>
            <a:ext cx="2996982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04418" y="2816014"/>
            <a:ext cx="2996982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87190" y="3789000"/>
            <a:ext cx="2996982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95804" y="3789000"/>
            <a:ext cx="2996982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04417" y="3789000"/>
            <a:ext cx="2996982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657858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Text Boxes T22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2110E5-7C92-C71B-6465-30BF86DFB662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633" y="584200"/>
            <a:ext cx="10218735" cy="1325563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2663" y="2816014"/>
            <a:ext cx="3004921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87862" y="2816014"/>
            <a:ext cx="3004921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96477" y="2816014"/>
            <a:ext cx="3004921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79249" y="3789000"/>
            <a:ext cx="3004921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863" y="3789000"/>
            <a:ext cx="3004921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96476" y="3789000"/>
            <a:ext cx="3004921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15091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Text Boxes T22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949CF9-AE80-D4A2-E0FC-126A4E8ECBCB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13" y="4618037"/>
            <a:ext cx="10226720" cy="1325563"/>
          </a:xfrm>
        </p:spPr>
        <p:txBody>
          <a:bodyPr vert="horz" lIns="91440" tIns="45720" rIns="91440" bIns="45720" rtlCol="0" anchor="b">
            <a:noAutofit/>
          </a:bodyPr>
          <a:lstStyle>
            <a:lvl1pPr algn="r"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2612" y="1044592"/>
            <a:ext cx="2925310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2" y="1044592"/>
            <a:ext cx="2925310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1044592"/>
            <a:ext cx="2925310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82616" y="2017578"/>
            <a:ext cx="2925306" cy="213804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2017578"/>
            <a:ext cx="2925306" cy="213804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2017578"/>
            <a:ext cx="2925306" cy="213804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B524F7C-11B8-F60C-E83B-9AACF2D352BC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7D2EC51-1EAA-481F-44F5-ECB577FE4A6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F9A4461-7022-1216-67C2-4282A5ED0F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423052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Text Boxes T2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2110E5-7C92-C71B-6465-30BF86DFB662}"/>
              </a:ext>
            </a:extLst>
          </p:cNvPr>
          <p:cNvSpPr/>
          <p:nvPr userDrawn="1"/>
        </p:nvSpPr>
        <p:spPr>
          <a:xfrm>
            <a:off x="0" y="4169646"/>
            <a:ext cx="12192000" cy="2688354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633" y="584200"/>
            <a:ext cx="10218735" cy="1325563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2663" y="2075369"/>
            <a:ext cx="4381817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79249" y="3048355"/>
            <a:ext cx="4381817" cy="76605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05696B9-1651-4668-177F-DEFBAD23C9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23551" y="2075369"/>
            <a:ext cx="4381817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C4B88AC-B200-B249-24B1-8ED542BCED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20137" y="3048355"/>
            <a:ext cx="4381817" cy="76605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8C17CFE-3579-40B3-2632-589562FA11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82663" y="4534762"/>
            <a:ext cx="4381817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F4DD490-986F-987A-AEBB-FB105AA3DA1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9249" y="5507748"/>
            <a:ext cx="4381817" cy="76605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A8563D8-A319-24AB-F350-8A68121AE77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823551" y="4534762"/>
            <a:ext cx="4381817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ABE82BA-0AB6-8EC4-C921-C69F620CB67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820137" y="5507748"/>
            <a:ext cx="4381817" cy="76605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101656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Text Boxes T23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0617993" cy="753902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0789" y="1549589"/>
            <a:ext cx="3489087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375" y="2522575"/>
            <a:ext cx="3489087" cy="113341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05696B9-1651-4668-177F-DEFBAD23C9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15538" y="1549589"/>
            <a:ext cx="3489087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C4B88AC-B200-B249-24B1-8ED542BCED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12124" y="2522575"/>
            <a:ext cx="3489087" cy="113341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8C17CFE-3579-40B3-2632-589562FA11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90789" y="4166606"/>
            <a:ext cx="3489087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F4DD490-986F-987A-AEBB-FB105AA3DA1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7375" y="5139592"/>
            <a:ext cx="3489087" cy="113341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A8563D8-A319-24AB-F350-8A68121AE77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15538" y="4166606"/>
            <a:ext cx="3489087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ABE82BA-0AB6-8EC4-C921-C69F620CB67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2124" y="5139592"/>
            <a:ext cx="3489087" cy="113341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01EF50-76FB-105C-6115-10A8FEDEE6FD}"/>
              </a:ext>
            </a:extLst>
          </p:cNvPr>
          <p:cNvSpPr/>
          <p:nvPr userDrawn="1"/>
        </p:nvSpPr>
        <p:spPr>
          <a:xfrm>
            <a:off x="4541520" y="3931920"/>
            <a:ext cx="3108960" cy="292608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FFB1A31F-AFD0-D152-CF00-278D6FF7943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693921" y="1549589"/>
            <a:ext cx="2804160" cy="472421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362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 with Contents C4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A77A9C2-D01E-51F0-0FE4-1349E66F37B3}"/>
              </a:ext>
            </a:extLst>
          </p:cNvPr>
          <p:cNvSpPr/>
          <p:nvPr userDrawn="1"/>
        </p:nvSpPr>
        <p:spPr>
          <a:xfrm>
            <a:off x="0" y="5626100"/>
            <a:ext cx="12192000" cy="12319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0"/>
            <a:ext cx="10226675" cy="1325563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46DDED33-F951-92DC-9C06-63695619BBDF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82662" y="3429000"/>
            <a:ext cx="10226676" cy="2844800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E48233E-B05B-E911-700E-801B9296783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87189" y="2269763"/>
            <a:ext cx="10222147" cy="81633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92449071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Radial Bars C4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0"/>
            <a:ext cx="10226675" cy="1325563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37CDB10-DA5D-1EE9-AE4F-F25CCBAE25B0}"/>
              </a:ext>
            </a:extLst>
          </p:cNvPr>
          <p:cNvSpPr/>
          <p:nvPr userDrawn="1"/>
        </p:nvSpPr>
        <p:spPr>
          <a:xfrm>
            <a:off x="5461404" y="2269763"/>
            <a:ext cx="1269190" cy="1269190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6A04D99-E55F-8218-8755-379F80E7EBE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61404" y="2269763"/>
            <a:ext cx="1269190" cy="1269190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D337958-8F07-5AAF-7888-FB7F0004A57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590680" y="2609036"/>
            <a:ext cx="1010638" cy="61014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8885573-5AF5-ED93-C553-335A208ADD6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637314" y="4008416"/>
            <a:ext cx="2917371" cy="61298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15FDD13A-74C6-9F9A-E258-A8695432A19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637314" y="4981404"/>
            <a:ext cx="2917371" cy="12923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0A72F78-3AC4-D09F-16CD-749151E30F1E}"/>
              </a:ext>
            </a:extLst>
          </p:cNvPr>
          <p:cNvSpPr/>
          <p:nvPr userDrawn="1"/>
        </p:nvSpPr>
        <p:spPr>
          <a:xfrm>
            <a:off x="9116055" y="2269763"/>
            <a:ext cx="1269190" cy="1269190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52CD714-4175-F01B-723E-34709C3D1FE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16055" y="2269763"/>
            <a:ext cx="1269190" cy="1269190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56FAE53C-996B-DD95-85E9-2E3038FB901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245331" y="2609036"/>
            <a:ext cx="1010638" cy="61014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CC303A69-602F-A36A-9A9E-EE4D0AB6235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291965" y="4008416"/>
            <a:ext cx="2917371" cy="61298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E61947B-1C96-D600-646B-A0B608618F0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291965" y="4981404"/>
            <a:ext cx="2917371" cy="12923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B0C740-9C9D-361C-4012-372CB4681983}"/>
              </a:ext>
            </a:extLst>
          </p:cNvPr>
          <p:cNvSpPr/>
          <p:nvPr userDrawn="1"/>
        </p:nvSpPr>
        <p:spPr>
          <a:xfrm>
            <a:off x="1611313" y="3429000"/>
            <a:ext cx="2468562" cy="3429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555AA1C-1C5A-333A-24F5-C6F1995B425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82661" y="2269763"/>
            <a:ext cx="2400301" cy="400403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05462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Radial Bars C4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CCE5CB8-34AA-5202-D59C-0C13678D56E5}"/>
              </a:ext>
            </a:extLst>
          </p:cNvPr>
          <p:cNvSpPr/>
          <p:nvPr userDrawn="1"/>
        </p:nvSpPr>
        <p:spPr>
          <a:xfrm>
            <a:off x="0" y="6273800"/>
            <a:ext cx="12192000" cy="5842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0"/>
            <a:ext cx="10226675" cy="1325563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3198F37-3BF6-F353-88A7-EC7B3896DB31}"/>
              </a:ext>
            </a:extLst>
          </p:cNvPr>
          <p:cNvSpPr/>
          <p:nvPr userDrawn="1"/>
        </p:nvSpPr>
        <p:spPr>
          <a:xfrm>
            <a:off x="1806753" y="2269763"/>
            <a:ext cx="1269190" cy="1269190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43AAF754-AFB2-7B0F-C9D5-723C7F747F9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806753" y="2269763"/>
            <a:ext cx="1269190" cy="1269190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486EB249-DC17-B35E-6295-7911453EBB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936029" y="2609036"/>
            <a:ext cx="1010638" cy="61014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9C13F117-62CD-3060-85FD-14552A5345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2663" y="4008416"/>
            <a:ext cx="2917371" cy="61298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A370F15-4A8B-E6DC-3995-E9DCC61296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2663" y="4981404"/>
            <a:ext cx="2917371" cy="12923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37CDB10-DA5D-1EE9-AE4F-F25CCBAE25B0}"/>
              </a:ext>
            </a:extLst>
          </p:cNvPr>
          <p:cNvSpPr/>
          <p:nvPr userDrawn="1"/>
        </p:nvSpPr>
        <p:spPr>
          <a:xfrm>
            <a:off x="5461404" y="2269763"/>
            <a:ext cx="1269190" cy="1269190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6A04D99-E55F-8218-8755-379F80E7EBE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61404" y="2269763"/>
            <a:ext cx="1269190" cy="1269190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D337958-8F07-5AAF-7888-FB7F0004A57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590680" y="2609036"/>
            <a:ext cx="1010638" cy="61014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8885573-5AF5-ED93-C553-335A208ADD6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637314" y="4008416"/>
            <a:ext cx="2917371" cy="61298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15FDD13A-74C6-9F9A-E258-A8695432A19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637314" y="4981404"/>
            <a:ext cx="2917371" cy="12923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0A72F78-3AC4-D09F-16CD-749151E30F1E}"/>
              </a:ext>
            </a:extLst>
          </p:cNvPr>
          <p:cNvSpPr/>
          <p:nvPr userDrawn="1"/>
        </p:nvSpPr>
        <p:spPr>
          <a:xfrm>
            <a:off x="9116055" y="2269763"/>
            <a:ext cx="1269190" cy="1269190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52CD714-4175-F01B-723E-34709C3D1FE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16055" y="2269763"/>
            <a:ext cx="1269190" cy="1269190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56FAE53C-996B-DD95-85E9-2E3038FB901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245331" y="2609036"/>
            <a:ext cx="1010638" cy="61014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CC303A69-602F-A36A-9A9E-EE4D0AB6235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291965" y="4008416"/>
            <a:ext cx="2917371" cy="61298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E61947B-1C96-D600-646B-A0B608618F0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291965" y="4981404"/>
            <a:ext cx="2917371" cy="12923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406002656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Radial Bars C4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0"/>
            <a:ext cx="10226675" cy="1325563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3198F37-3BF6-F353-88A7-EC7B3896DB31}"/>
              </a:ext>
            </a:extLst>
          </p:cNvPr>
          <p:cNvSpPr/>
          <p:nvPr userDrawn="1"/>
        </p:nvSpPr>
        <p:spPr>
          <a:xfrm>
            <a:off x="1480498" y="2269763"/>
            <a:ext cx="1269190" cy="1269190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43AAF754-AFB2-7B0F-C9D5-723C7F747F9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80498" y="2269763"/>
            <a:ext cx="1269190" cy="1269190"/>
          </a:xfrm>
          <a:prstGeom prst="arc">
            <a:avLst>
              <a:gd name="adj1" fmla="val 16200000"/>
              <a:gd name="adj2" fmla="val 7873319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486EB249-DC17-B35E-6295-7911453EBB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609774" y="2609036"/>
            <a:ext cx="1010638" cy="61014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9C13F117-62CD-3060-85FD-14552A5345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2662" y="4008416"/>
            <a:ext cx="2264864" cy="61298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A370F15-4A8B-E6DC-3995-E9DCC61296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2662" y="4981404"/>
            <a:ext cx="2264864" cy="12923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D450D8-03FC-4EFA-A2D5-44FAE81334B2}"/>
              </a:ext>
            </a:extLst>
          </p:cNvPr>
          <p:cNvSpPr/>
          <p:nvPr userDrawn="1"/>
        </p:nvSpPr>
        <p:spPr>
          <a:xfrm>
            <a:off x="4134435" y="2269763"/>
            <a:ext cx="1269190" cy="1269190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A1725AD-D3F3-4C43-A9CE-D923157D1EB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34435" y="2269763"/>
            <a:ext cx="1269190" cy="1269190"/>
          </a:xfrm>
          <a:prstGeom prst="arc">
            <a:avLst>
              <a:gd name="adj1" fmla="val 16200000"/>
              <a:gd name="adj2" fmla="val 7873319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A5A4432-49BE-85C3-371F-61947F2EFFB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63711" y="2609036"/>
            <a:ext cx="1010638" cy="61014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7DEE162-DE7F-280F-3FCD-C14B9C99397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636599" y="4008416"/>
            <a:ext cx="2264864" cy="61298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5590AC1-AE92-BA30-A559-CC995EAC450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636599" y="4981404"/>
            <a:ext cx="2264864" cy="12923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6B475C3-04A6-711E-5322-383741AA50A0}"/>
              </a:ext>
            </a:extLst>
          </p:cNvPr>
          <p:cNvSpPr/>
          <p:nvPr userDrawn="1"/>
        </p:nvSpPr>
        <p:spPr>
          <a:xfrm>
            <a:off x="6788372" y="2269763"/>
            <a:ext cx="1269190" cy="1269190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8DB54B20-FE22-8EB2-3645-87067CB5CE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788372" y="2269763"/>
            <a:ext cx="1269190" cy="1269190"/>
          </a:xfrm>
          <a:prstGeom prst="arc">
            <a:avLst>
              <a:gd name="adj1" fmla="val 16200000"/>
              <a:gd name="adj2" fmla="val 7873319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01A99640-BD8F-1C2E-7917-E427E2C9E8E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917648" y="2609036"/>
            <a:ext cx="1010638" cy="61014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5576649-3C0B-389C-A412-15DA9006199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290536" y="4008416"/>
            <a:ext cx="2264864" cy="61298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1B49E62-70C1-5A3E-C9DE-30D3B9A1317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290536" y="4981404"/>
            <a:ext cx="2264864" cy="12923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2FB53EF-67A9-1D0C-83D1-C2E775568ADC}"/>
              </a:ext>
            </a:extLst>
          </p:cNvPr>
          <p:cNvSpPr/>
          <p:nvPr userDrawn="1"/>
        </p:nvSpPr>
        <p:spPr>
          <a:xfrm>
            <a:off x="9442309" y="2269763"/>
            <a:ext cx="1269190" cy="1269190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478AA837-7F82-20FE-7D9B-15D8330F1F7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442309" y="2269763"/>
            <a:ext cx="1269190" cy="1269190"/>
          </a:xfrm>
          <a:prstGeom prst="arc">
            <a:avLst>
              <a:gd name="adj1" fmla="val 16200000"/>
              <a:gd name="adj2" fmla="val 7873319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EE905A64-E16A-360D-D9B9-01DADCD6FEC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571585" y="2609036"/>
            <a:ext cx="1010638" cy="61014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2A4709B7-AEF9-3384-236D-2687210D4A3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944473" y="4008416"/>
            <a:ext cx="2264864" cy="61298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FBD3968-FABA-F405-A8DD-5F750F5E0A2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8944473" y="4981404"/>
            <a:ext cx="2264864" cy="12923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90381C-FE53-E95C-05B7-0539A6C0000C}"/>
              </a:ext>
            </a:extLst>
          </p:cNvPr>
          <p:cNvSpPr/>
          <p:nvPr userDrawn="1"/>
        </p:nvSpPr>
        <p:spPr>
          <a:xfrm>
            <a:off x="0" y="6273800"/>
            <a:ext cx="12192000" cy="5842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31600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Chart C44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152D7932-D56E-1D42-DC6F-A66A68AB2585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0"/>
            <a:ext cx="10226675" cy="1325563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68AD303-B665-9A3B-C70C-1ECF9E7F144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23551" y="2075369"/>
            <a:ext cx="4381817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EC4C7562-D6F5-2BEF-1529-F57822CF673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20137" y="3048354"/>
            <a:ext cx="4381817" cy="3225445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7" name="Chart Placeholder 26">
            <a:extLst>
              <a:ext uri="{FF2B5EF4-FFF2-40B4-BE49-F238E27FC236}">
                <a16:creationId xmlns:a16="http://schemas.microsoft.com/office/drawing/2014/main" id="{6104ED45-6F4E-1D7F-AEE0-1E8D4C1CB1A7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982663" y="2074863"/>
            <a:ext cx="4465638" cy="419893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265134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Chart C44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52D7932-D56E-1D42-DC6F-A66A68AB2585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0"/>
            <a:ext cx="10226675" cy="1325563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68AD303-B665-9A3B-C70C-1ECF9E7F144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6076" y="2075369"/>
            <a:ext cx="4381817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EC4C7562-D6F5-2BEF-1529-F57822CF673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2662" y="3048354"/>
            <a:ext cx="4381817" cy="3225445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7" name="Chart Placeholder 26">
            <a:extLst>
              <a:ext uri="{FF2B5EF4-FFF2-40B4-BE49-F238E27FC236}">
                <a16:creationId xmlns:a16="http://schemas.microsoft.com/office/drawing/2014/main" id="{6104ED45-6F4E-1D7F-AEE0-1E8D4C1CB1A7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740286" y="2074863"/>
            <a:ext cx="4465638" cy="419893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74790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I6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1"/>
            <a:ext cx="10226675" cy="781058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9E5EEC-A817-4F7C-1658-5B81533A0F4D}"/>
              </a:ext>
            </a:extLst>
          </p:cNvPr>
          <p:cNvSpPr/>
          <p:nvPr userDrawn="1"/>
        </p:nvSpPr>
        <p:spPr>
          <a:xfrm>
            <a:off x="0" y="4097868"/>
            <a:ext cx="12191999" cy="27601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61C2C9-4D10-ED6D-CCC2-1E9F1FDD2A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0790" y="4395893"/>
            <a:ext cx="3173490" cy="423333"/>
          </a:xfrm>
          <a:noFill/>
        </p:spPr>
        <p:txBody>
          <a:bodyPr wrap="none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3D6B2A-4BEB-40DA-D4B7-5D6711B95B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376" y="5179227"/>
            <a:ext cx="3173490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Arrow: Notched Right 9">
            <a:extLst>
              <a:ext uri="{FF2B5EF4-FFF2-40B4-BE49-F238E27FC236}">
                <a16:creationId xmlns:a16="http://schemas.microsoft.com/office/drawing/2014/main" id="{D18AC383-0A43-450E-4BB3-622B98CCEEA9}"/>
              </a:ext>
            </a:extLst>
          </p:cNvPr>
          <p:cNvSpPr/>
          <p:nvPr userDrawn="1"/>
        </p:nvSpPr>
        <p:spPr>
          <a:xfrm>
            <a:off x="587376" y="3847253"/>
            <a:ext cx="11459737" cy="480906"/>
          </a:xfrm>
          <a:prstGeom prst="notched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CC23EF0-CCB9-7631-5893-173C23662E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4690" y="3484167"/>
            <a:ext cx="2539787" cy="423333"/>
          </a:xfrm>
          <a:noFill/>
        </p:spPr>
        <p:txBody>
          <a:bodyPr wrap="none" rtlCol="0"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US" sz="17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Milestone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6D05B911-6FF2-6C6D-1B31-D7875290D3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7834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88EB121-505C-A5CB-4EDD-638357D3F8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5806" y="339721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355C327-1EAD-122E-76FB-A306501730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10962" y="1495926"/>
            <a:ext cx="3173490" cy="423333"/>
          </a:xfrm>
          <a:noFill/>
        </p:spPr>
        <p:txBody>
          <a:bodyPr wrap="none" rtlCol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8BD62B8-5615-EDE2-EEEF-3269AFB984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07548" y="2279260"/>
            <a:ext cx="3173490" cy="1094573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2196229-9474-38A4-195D-16EF25CFDFC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84862" y="4267368"/>
            <a:ext cx="2539787" cy="423333"/>
          </a:xfrm>
          <a:noFill/>
        </p:spPr>
        <p:txBody>
          <a:bodyPr wrap="none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7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Milestone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FBC3734A-9014-E02E-D881-452851CE209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08006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15" name="Text Placeholder 37">
            <a:extLst>
              <a:ext uri="{FF2B5EF4-FFF2-40B4-BE49-F238E27FC236}">
                <a16:creationId xmlns:a16="http://schemas.microsoft.com/office/drawing/2014/main" id="{1DF941D1-0EFC-0B05-819B-85FD2BB7AD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flipV="1">
            <a:off x="4825978" y="4084784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92E5B2CA-EAA5-5994-683F-5D58C6E2FD1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431134" y="4395893"/>
            <a:ext cx="3173490" cy="423333"/>
          </a:xfrm>
          <a:noFill/>
        </p:spPr>
        <p:txBody>
          <a:bodyPr wrap="none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6CDC4B5-6750-3FF7-B619-C13BDE1822F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27720" y="5179227"/>
            <a:ext cx="3173490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29970677-3370-4011-8DDF-AA7FB9DC18B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05034" y="3484167"/>
            <a:ext cx="2539787" cy="423333"/>
          </a:xfrm>
          <a:noFill/>
        </p:spPr>
        <p:txBody>
          <a:bodyPr wrap="none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7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Milestone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429CAD44-6F2E-06C7-7AAA-C96264677B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28178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20" name="Text Placeholder 37">
            <a:extLst>
              <a:ext uri="{FF2B5EF4-FFF2-40B4-BE49-F238E27FC236}">
                <a16:creationId xmlns:a16="http://schemas.microsoft.com/office/drawing/2014/main" id="{9A8A885D-2E30-A95C-053D-F6355B5A71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46150" y="339721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384939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I60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1"/>
            <a:ext cx="10226675" cy="781058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9E5EEC-A817-4F7C-1658-5B81533A0F4D}"/>
              </a:ext>
            </a:extLst>
          </p:cNvPr>
          <p:cNvSpPr/>
          <p:nvPr userDrawn="1"/>
        </p:nvSpPr>
        <p:spPr>
          <a:xfrm>
            <a:off x="0" y="4097868"/>
            <a:ext cx="12191999" cy="27601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61C2C9-4D10-ED6D-CCC2-1E9F1FDD2A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0790" y="4395893"/>
            <a:ext cx="2638185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3D6B2A-4BEB-40DA-D4B7-5D6711B95B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376" y="5179227"/>
            <a:ext cx="2638185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Arrow: Notched Right 9">
            <a:extLst>
              <a:ext uri="{FF2B5EF4-FFF2-40B4-BE49-F238E27FC236}">
                <a16:creationId xmlns:a16="http://schemas.microsoft.com/office/drawing/2014/main" id="{D18AC383-0A43-450E-4BB3-622B98CCEEA9}"/>
              </a:ext>
            </a:extLst>
          </p:cNvPr>
          <p:cNvSpPr/>
          <p:nvPr userDrawn="1"/>
        </p:nvSpPr>
        <p:spPr>
          <a:xfrm>
            <a:off x="587376" y="3847253"/>
            <a:ext cx="11459737" cy="480906"/>
          </a:xfrm>
          <a:prstGeom prst="notched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CC23EF0-CCB9-7631-5893-173C23662E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4690" y="3484167"/>
            <a:ext cx="2111375" cy="42333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6D05B911-6FF2-6C6D-1B31-D7875290D3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7834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88EB121-505C-A5CB-4EDD-638357D3F8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5806" y="339721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5F1CF3D7-D6F0-00E0-514C-BE0D7B4F1BB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81885" y="1725260"/>
            <a:ext cx="2638185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EE110014-5113-3EAB-EA0C-2C4A0D26A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8471" y="2508594"/>
            <a:ext cx="2638185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B0B2218D-7892-865A-9269-8F7CB77EF6E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55785" y="4261634"/>
            <a:ext cx="2111375" cy="42333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9826A137-9EE9-DBF7-02EF-10A8F53142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78929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818098BA-EDF5-70C1-9DDB-2D872F98829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flipV="1">
            <a:off x="3696901" y="4081587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963E044A-0854-3254-F81C-5F8453A186C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72980" y="4395893"/>
            <a:ext cx="2638185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F4A60265-606F-B99A-2B16-D7324BEBA72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69566" y="5179227"/>
            <a:ext cx="2638185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98828D7D-0668-CA35-2CAD-FC717E71C5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46880" y="3484167"/>
            <a:ext cx="2111375" cy="42333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FFECE995-3701-5C12-9D8F-4DA73E1B01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0024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6E0E5E27-916F-613B-634E-E166366FB3A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87996" y="339721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DCE45788-7A79-F6B2-443A-427BE234AC1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964075" y="1725260"/>
            <a:ext cx="2638185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42F4A986-934A-4734-9712-8262BC7D9CF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960661" y="2508594"/>
            <a:ext cx="2638185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186262C1-71EC-CE23-F6A4-6036450E58A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37975" y="4261634"/>
            <a:ext cx="2111375" cy="42333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52" name="Text Placeholder 7">
            <a:extLst>
              <a:ext uri="{FF2B5EF4-FFF2-40B4-BE49-F238E27FC236}">
                <a16:creationId xmlns:a16="http://schemas.microsoft.com/office/drawing/2014/main" id="{7F63AFE5-E418-F825-AB60-FCBBDB2D441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61119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6E063F6E-E364-ACD3-D3E6-DAF57028DFE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 flipV="1">
            <a:off x="9279091" y="4081587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711928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I60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1"/>
            <a:ext cx="10226675" cy="781058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9E5EEC-A817-4F7C-1658-5B81533A0F4D}"/>
              </a:ext>
            </a:extLst>
          </p:cNvPr>
          <p:cNvSpPr/>
          <p:nvPr userDrawn="1"/>
        </p:nvSpPr>
        <p:spPr>
          <a:xfrm>
            <a:off x="0" y="4084320"/>
            <a:ext cx="12191999" cy="277368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61C2C9-4D10-ED6D-CCC2-1E9F1FDD2A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0791" y="4395893"/>
            <a:ext cx="2067502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3D6B2A-4BEB-40DA-D4B7-5D6711B95B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377" y="5179227"/>
            <a:ext cx="2067502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Arrow: Notched Right 9">
            <a:extLst>
              <a:ext uri="{FF2B5EF4-FFF2-40B4-BE49-F238E27FC236}">
                <a16:creationId xmlns:a16="http://schemas.microsoft.com/office/drawing/2014/main" id="{D18AC383-0A43-450E-4BB3-622B98CCEEA9}"/>
              </a:ext>
            </a:extLst>
          </p:cNvPr>
          <p:cNvSpPr/>
          <p:nvPr userDrawn="1"/>
        </p:nvSpPr>
        <p:spPr>
          <a:xfrm>
            <a:off x="587376" y="3847253"/>
            <a:ext cx="11459737" cy="480906"/>
          </a:xfrm>
          <a:prstGeom prst="notched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CC23EF0-CCB9-7631-5893-173C23662E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4691" y="3484167"/>
            <a:ext cx="1690188" cy="42333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6D05B911-6FF2-6C6D-1B31-D7875290D3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7834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88EB121-505C-A5CB-4EDD-638357D3F8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5806" y="339721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A55D6897-9E6A-5267-8A17-FAC640C0596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23473" y="1728013"/>
            <a:ext cx="2067502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27078301-377D-286F-9067-CC583F744A9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20059" y="2511347"/>
            <a:ext cx="2067502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F1119639-B6DC-E663-01C8-EB8BAAD734F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97373" y="4258742"/>
            <a:ext cx="1690188" cy="42333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7B6D9838-D931-E9B0-922A-4986920FA2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20516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6" name="Text Placeholder 37">
            <a:extLst>
              <a:ext uri="{FF2B5EF4-FFF2-40B4-BE49-F238E27FC236}">
                <a16:creationId xmlns:a16="http://schemas.microsoft.com/office/drawing/2014/main" id="{6651D1C3-7761-EA47-F53A-83048BA81D1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flipV="1">
            <a:off x="3138488" y="409164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4779163C-C8AA-E3FC-B7FD-99A42B2B556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056155" y="4395893"/>
            <a:ext cx="2067502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1B05E230-3912-FE5D-61FE-AC465718E88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052741" y="5179227"/>
            <a:ext cx="2067502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19BACF2C-F4F1-F4B1-5D76-004E6CCC4E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30055" y="3484167"/>
            <a:ext cx="1690188" cy="42333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3FBC3B0F-F4A8-4DC4-DDD4-D3A36E8A61A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53198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57" name="Text Placeholder 37">
            <a:extLst>
              <a:ext uri="{FF2B5EF4-FFF2-40B4-BE49-F238E27FC236}">
                <a16:creationId xmlns:a16="http://schemas.microsoft.com/office/drawing/2014/main" id="{31D447B7-1395-9D9A-208D-384C08F162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1170" y="339721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1D07862A-5B23-0044-8CE4-F6A221EBF32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288837" y="1728013"/>
            <a:ext cx="2067502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D6B6CB30-262C-6187-0C1C-55421AF8048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285423" y="2511347"/>
            <a:ext cx="2067502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5ABC58D2-B87D-BB4A-29CF-B645D14BCA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62737" y="4258742"/>
            <a:ext cx="1690188" cy="42333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A271CCA1-C861-BA92-26BB-08558D1EAC2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585880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62" name="Text Placeholder 37">
            <a:extLst>
              <a:ext uri="{FF2B5EF4-FFF2-40B4-BE49-F238E27FC236}">
                <a16:creationId xmlns:a16="http://schemas.microsoft.com/office/drawing/2014/main" id="{0C049EBE-43F7-79A8-2065-6B384929434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 flipV="1">
            <a:off x="7603852" y="409164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492CC3B8-8A0F-A348-FB3D-D7976550BFE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521518" y="4395893"/>
            <a:ext cx="2067502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738882A6-C5D0-0373-B0FA-BF7FBE82E7B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8104" y="5179227"/>
            <a:ext cx="2067502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60BA9DE5-F5A7-2467-7A00-F6CC4607A5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895418" y="3484167"/>
            <a:ext cx="1690188" cy="42333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816103EB-5462-E08B-3F12-901D5DBC67A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818561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67" name="Text Placeholder 37">
            <a:extLst>
              <a:ext uri="{FF2B5EF4-FFF2-40B4-BE49-F238E27FC236}">
                <a16:creationId xmlns:a16="http://schemas.microsoft.com/office/drawing/2014/main" id="{78FDAA65-DF4D-6014-10F6-2D71C8D2CFA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36533" y="339721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64788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I60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1"/>
            <a:ext cx="10226675" cy="781058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9E5EEC-A817-4F7C-1658-5B81533A0F4D}"/>
              </a:ext>
            </a:extLst>
          </p:cNvPr>
          <p:cNvSpPr/>
          <p:nvPr userDrawn="1"/>
        </p:nvSpPr>
        <p:spPr>
          <a:xfrm>
            <a:off x="0" y="4084320"/>
            <a:ext cx="12191999" cy="277368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61C2C9-4D10-ED6D-CCC2-1E9F1FDD2A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0791" y="4395893"/>
            <a:ext cx="1641803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3D6B2A-4BEB-40DA-D4B7-5D6711B95B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377" y="5179227"/>
            <a:ext cx="1641803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Arrow: Notched Right 9">
            <a:extLst>
              <a:ext uri="{FF2B5EF4-FFF2-40B4-BE49-F238E27FC236}">
                <a16:creationId xmlns:a16="http://schemas.microsoft.com/office/drawing/2014/main" id="{D18AC383-0A43-450E-4BB3-622B98CCEEA9}"/>
              </a:ext>
            </a:extLst>
          </p:cNvPr>
          <p:cNvSpPr/>
          <p:nvPr userDrawn="1"/>
        </p:nvSpPr>
        <p:spPr>
          <a:xfrm>
            <a:off x="587376" y="3847253"/>
            <a:ext cx="11459737" cy="480906"/>
          </a:xfrm>
          <a:prstGeom prst="notched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CC23EF0-CCB9-7631-5893-173C23662E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4691" y="3484167"/>
            <a:ext cx="1264489" cy="42333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6D05B911-6FF2-6C6D-1B31-D7875290D3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7834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88EB121-505C-A5CB-4EDD-638357D3F8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5806" y="339721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9CFBDD5-870E-35DD-FD5F-F0172492FC7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465197" y="1724695"/>
            <a:ext cx="1641803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7F40198-E11D-B174-C28B-92661D7F204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461783" y="2508029"/>
            <a:ext cx="1641803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B0960D7-7983-2595-ABE5-F1787E459D0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839097" y="4260963"/>
            <a:ext cx="1264489" cy="42333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6802E5F-A852-2D2D-3C93-8898C766613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62240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15" name="Text Placeholder 37">
            <a:extLst>
              <a:ext uri="{FF2B5EF4-FFF2-40B4-BE49-F238E27FC236}">
                <a16:creationId xmlns:a16="http://schemas.microsoft.com/office/drawing/2014/main" id="{B4D97054-802D-1200-213D-9DEAABEABCB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flipV="1">
            <a:off x="2780212" y="408432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5F9A464E-36BA-78EC-8B82-85BECF9499F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339603" y="4395893"/>
            <a:ext cx="1641803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F985471C-71E7-2A9F-2CD2-D18A4DEE6A3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336189" y="5179227"/>
            <a:ext cx="1641803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7554BCB0-8A73-8A6A-22F3-ECF35C003B9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13503" y="3484167"/>
            <a:ext cx="1264489" cy="42333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EEBB83A-0700-B6B7-31D6-CEA5E0D0CB1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36646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20" name="Text Placeholder 37">
            <a:extLst>
              <a:ext uri="{FF2B5EF4-FFF2-40B4-BE49-F238E27FC236}">
                <a16:creationId xmlns:a16="http://schemas.microsoft.com/office/drawing/2014/main" id="{2E90BF91-7380-94AC-1FA5-1A514AB0E6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54618" y="339721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C08780A0-29AE-20CD-D5E3-AC2B3983C83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14009" y="1724695"/>
            <a:ext cx="1641803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C716A020-77F8-3D14-2A31-111EBFA4018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10595" y="2508029"/>
            <a:ext cx="1641803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FD8A23C-16BF-F5F8-3277-D9B61DDDEB9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587909" y="4260963"/>
            <a:ext cx="1264489" cy="42333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64045693-C54C-3603-BA5A-618CF3E395B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511052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25" name="Text Placeholder 37">
            <a:extLst>
              <a:ext uri="{FF2B5EF4-FFF2-40B4-BE49-F238E27FC236}">
                <a16:creationId xmlns:a16="http://schemas.microsoft.com/office/drawing/2014/main" id="{76271585-EBA3-B68B-5DFA-84AF64DF05A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 flipV="1">
            <a:off x="6529024" y="408432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E8DA0FA2-810D-B25A-CCB8-F3362879CDE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088415" y="4395893"/>
            <a:ext cx="1641803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20C57CB0-2E73-96C0-3605-3E1BBA28770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085001" y="5179227"/>
            <a:ext cx="1641803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A5095775-CE62-DB6E-5643-B992A8FA29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462315" y="3484167"/>
            <a:ext cx="1264489" cy="42333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15C26498-5BE4-49C6-BDC7-99EBFBD07B1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385458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0" name="Text Placeholder 37">
            <a:extLst>
              <a:ext uri="{FF2B5EF4-FFF2-40B4-BE49-F238E27FC236}">
                <a16:creationId xmlns:a16="http://schemas.microsoft.com/office/drawing/2014/main" id="{7C20FD34-F46F-2B5D-8F3B-9DC5FC6EE0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403430" y="339721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4E0BB22D-6F32-DD2D-2A63-BE6F78B6D00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962820" y="1724695"/>
            <a:ext cx="1641803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C19ECCD6-6ED2-5B15-447C-B61314E7CDF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959406" y="2508029"/>
            <a:ext cx="1641803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84B770A8-3D75-33D9-16C2-589947A472A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336720" y="4260963"/>
            <a:ext cx="1264489" cy="42333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D0352AB3-0347-7528-CA9B-290CF11177C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259863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43" name="Text Placeholder 37">
            <a:extLst>
              <a:ext uri="{FF2B5EF4-FFF2-40B4-BE49-F238E27FC236}">
                <a16:creationId xmlns:a16="http://schemas.microsoft.com/office/drawing/2014/main" id="{4A008D60-1662-3363-B6D3-7CDB9E916FA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 flipV="1">
            <a:off x="10277835" y="408432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871062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I60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DB6E1DFE-554F-BFF5-D289-BA288E4B94A4}"/>
              </a:ext>
            </a:extLst>
          </p:cNvPr>
          <p:cNvSpPr/>
          <p:nvPr userDrawn="1"/>
        </p:nvSpPr>
        <p:spPr>
          <a:xfrm>
            <a:off x="0" y="6273004"/>
            <a:ext cx="12191999" cy="584993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C5D200E-ACDD-ED09-8864-C19DF2DF0131}"/>
              </a:ext>
            </a:extLst>
          </p:cNvPr>
          <p:cNvGrpSpPr/>
          <p:nvPr userDrawn="1"/>
        </p:nvGrpSpPr>
        <p:grpSpPr>
          <a:xfrm>
            <a:off x="4134283" y="3165226"/>
            <a:ext cx="3923434" cy="1307812"/>
            <a:chOff x="4134283" y="2771991"/>
            <a:chExt cx="3923434" cy="130781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F55A1E4-0A7D-61F7-DF47-1F2DCB838D87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68888"/>
              <a:chExt cx="3923434" cy="1307812"/>
            </a:xfrm>
          </p:grpSpPr>
          <p:sp>
            <p:nvSpPr>
              <p:cNvPr id="23" name="Arc 47">
                <a:extLst>
                  <a:ext uri="{FF2B5EF4-FFF2-40B4-BE49-F238E27FC236}">
                    <a16:creationId xmlns:a16="http://schemas.microsoft.com/office/drawing/2014/main" id="{239D014E-939D-FD36-06DF-8D3773228C9E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Arc 48">
                <a:extLst>
                  <a:ext uri="{FF2B5EF4-FFF2-40B4-BE49-F238E27FC236}">
                    <a16:creationId xmlns:a16="http://schemas.microsoft.com/office/drawing/2014/main" id="{654F355E-77E8-017D-8B3E-B9D81D5DEA1A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Arc 49">
                <a:extLst>
                  <a:ext uri="{FF2B5EF4-FFF2-40B4-BE49-F238E27FC236}">
                    <a16:creationId xmlns:a16="http://schemas.microsoft.com/office/drawing/2014/main" id="{86EFA4FB-592D-87A7-95CF-5ED4421DA8C1}"/>
                  </a:ext>
                </a:extLst>
              </p:cNvPr>
              <p:cNvSpPr/>
              <p:nvPr userDrawn="1"/>
            </p:nvSpPr>
            <p:spPr>
              <a:xfrm>
                <a:off x="6749906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A3F3CCF-9B62-1DE3-3444-3B8B2FCDD604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75094"/>
              <a:chExt cx="3923434" cy="1307812"/>
            </a:xfrm>
          </p:grpSpPr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C036C405-9275-2F84-831C-82012562750B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>
                <a:tailEnd type="stealth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6ACAF944-1570-81A0-5432-F16C209A0D8D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>
                <a:tailEnd type="stealth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AE4C73F8-72F1-6DC7-8E7F-402C319DCDB4}"/>
                  </a:ext>
                </a:extLst>
              </p:cNvPr>
              <p:cNvSpPr/>
              <p:nvPr userDrawn="1"/>
            </p:nvSpPr>
            <p:spPr>
              <a:xfrm>
                <a:off x="6749906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>
                <a:tailEnd type="stealth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1"/>
            <a:ext cx="10226675" cy="781058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61C2C9-4D10-ED6D-CCC2-1E9F1FDD2A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5" y="1758817"/>
            <a:ext cx="3495914" cy="423333"/>
          </a:xfrm>
          <a:noFill/>
        </p:spPr>
        <p:txBody>
          <a:bodyPr wrap="square" rtlCol="0" anchor="t">
            <a:noAutofit/>
          </a:bodyPr>
          <a:lstStyle>
            <a:lvl1pPr marL="0" indent="0" algn="r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3D6B2A-4BEB-40DA-D4B7-5D6711B95B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375" y="2542151"/>
            <a:ext cx="3495914" cy="882907"/>
          </a:xfrm>
        </p:spPr>
        <p:txBody>
          <a:bodyPr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CC23EF0-CCB9-7631-5893-173C23662E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52889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7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Milestone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355C327-1EAD-122E-76FB-A306501730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48043" y="4607559"/>
            <a:ext cx="3495914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8BD62B8-5615-EDE2-EEEF-3269AFB984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44629" y="5390893"/>
            <a:ext cx="3495914" cy="88290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2196229-9474-38A4-195D-16EF25CFDFC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61757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7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Milestone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92E5B2CA-EAA5-5994-683F-5D58C6E2FD1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108710" y="1762759"/>
            <a:ext cx="3495914" cy="423333"/>
          </a:xfrm>
          <a:noFill/>
        </p:spPr>
        <p:txBody>
          <a:bodyPr wrap="square" rtlCol="0" anchor="t">
            <a:noAutofit/>
          </a:bodyPr>
          <a:lstStyle>
            <a:lvl1pPr marL="0" indent="0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6CDC4B5-6750-3FF7-B619-C13BDE1822F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108710" y="2546093"/>
            <a:ext cx="3495914" cy="882907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29970677-3370-4011-8DDF-AA7FB9DC18B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770625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7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422313634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I60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BD1F188-4061-CB4B-00D1-ABF856B21BAB}"/>
              </a:ext>
            </a:extLst>
          </p:cNvPr>
          <p:cNvGrpSpPr/>
          <p:nvPr userDrawn="1"/>
        </p:nvGrpSpPr>
        <p:grpSpPr>
          <a:xfrm>
            <a:off x="3485750" y="3165226"/>
            <a:ext cx="5231244" cy="1307812"/>
            <a:chOff x="4134283" y="3357980"/>
            <a:chExt cx="5231244" cy="130781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81F1B17-071A-DFEF-C4B7-650ABC8F88F0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68888"/>
              <a:chExt cx="2615622" cy="1307812"/>
            </a:xfrm>
          </p:grpSpPr>
          <p:sp>
            <p:nvSpPr>
              <p:cNvPr id="21" name="Arc 47">
                <a:extLst>
                  <a:ext uri="{FF2B5EF4-FFF2-40B4-BE49-F238E27FC236}">
                    <a16:creationId xmlns:a16="http://schemas.microsoft.com/office/drawing/2014/main" id="{62AE3D14-CA88-B88C-083A-FB9EDC26CF66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Arc 48">
                <a:extLst>
                  <a:ext uri="{FF2B5EF4-FFF2-40B4-BE49-F238E27FC236}">
                    <a16:creationId xmlns:a16="http://schemas.microsoft.com/office/drawing/2014/main" id="{1C198DB0-8CA2-1A60-6ADA-E84FC85E0EBA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A371D17-6C5D-B19D-B2E8-BE5063B2C5E2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68888"/>
              <a:chExt cx="2615622" cy="1307812"/>
            </a:xfrm>
          </p:grpSpPr>
          <p:sp>
            <p:nvSpPr>
              <p:cNvPr id="19" name="Arc 47">
                <a:extLst>
                  <a:ext uri="{FF2B5EF4-FFF2-40B4-BE49-F238E27FC236}">
                    <a16:creationId xmlns:a16="http://schemas.microsoft.com/office/drawing/2014/main" id="{E97B1A77-13E9-076F-C9EC-8910BE6CA617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Arc 48">
                <a:extLst>
                  <a:ext uri="{FF2B5EF4-FFF2-40B4-BE49-F238E27FC236}">
                    <a16:creationId xmlns:a16="http://schemas.microsoft.com/office/drawing/2014/main" id="{580EFB7C-1AE1-9F5D-5909-EAC6951E0BB7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E1BD2ED-6C69-571D-A5A6-D86D46E106BA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75094"/>
              <a:chExt cx="2615622" cy="1307812"/>
            </a:xfrm>
          </p:grpSpPr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38D6874D-0B7E-F11A-8FEB-EB13D1F9D469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787D6E92-F139-0187-5027-354FBCD86E92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F292C11-4059-21AA-3BB0-D1228061B270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75094"/>
              <a:chExt cx="2615622" cy="1307812"/>
            </a:xfrm>
          </p:grpSpPr>
          <p:sp>
            <p:nvSpPr>
              <p:cNvPr id="15" name="Arc 14">
                <a:extLst>
                  <a:ext uri="{FF2B5EF4-FFF2-40B4-BE49-F238E27FC236}">
                    <a16:creationId xmlns:a16="http://schemas.microsoft.com/office/drawing/2014/main" id="{682FAAD4-6A94-7DCE-7476-C6026EADD3FB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F2D17A48-42C4-2192-FB33-3448C1A4C947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1"/>
            <a:ext cx="10226675" cy="781058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61C2C9-4D10-ED6D-CCC2-1E9F1FDD2A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0789" y="2967758"/>
            <a:ext cx="2638185" cy="423333"/>
          </a:xfrm>
          <a:noFill/>
        </p:spPr>
        <p:txBody>
          <a:bodyPr wrap="square" rtlCol="0" anchor="t">
            <a:noAutofit/>
          </a:bodyPr>
          <a:lstStyle>
            <a:lvl1pPr marL="0" indent="0" algn="r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3D6B2A-4BEB-40DA-D4B7-5D6711B95B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375" y="3751093"/>
            <a:ext cx="2638185" cy="838094"/>
          </a:xfrm>
        </p:spPr>
        <p:txBody>
          <a:bodyPr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CC23EF0-CCB9-7631-5893-173C23662E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99555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>
              <a:buNone/>
              <a:defRPr lang="en-US" sz="17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5F1CF3D7-D6F0-00E0-514C-BE0D7B4F1BB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116706" y="4651576"/>
            <a:ext cx="2638185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EE110014-5113-3EAB-EA0C-2C4A0D26A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113292" y="5434911"/>
            <a:ext cx="2638185" cy="838094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B0B2218D-7892-865A-9269-8F7CB77EF6E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18701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>
              <a:buNone/>
              <a:defRPr lang="en-US" sz="17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963E044A-0854-3254-F81C-5F8453A186C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34571" y="1495031"/>
            <a:ext cx="2638185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F4A60265-606F-B99A-2B16-D7324BEBA72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431157" y="2278366"/>
            <a:ext cx="2638185" cy="838094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98828D7D-0668-CA35-2CAD-FC717E71C5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37847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>
              <a:buNone/>
              <a:defRPr lang="en-US" sz="17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DCE45788-7A79-F6B2-443A-427BE234AC1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966440" y="2967758"/>
            <a:ext cx="2638185" cy="423333"/>
          </a:xfrm>
          <a:noFill/>
        </p:spPr>
        <p:txBody>
          <a:bodyPr wrap="square" rtlCol="0" anchor="t">
            <a:noAutofit/>
          </a:bodyPr>
          <a:lstStyle>
            <a:lvl1pPr marL="0" indent="0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42F4A986-934A-4734-9712-8262BC7D9CF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963026" y="3751093"/>
            <a:ext cx="2638185" cy="83809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186262C1-71EC-CE23-F6A4-6036450E58A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456994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>
              <a:buNone/>
              <a:defRPr lang="en-US" sz="17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C5C974-FD8D-C29F-00F5-915EDA7E0E75}"/>
              </a:ext>
            </a:extLst>
          </p:cNvPr>
          <p:cNvSpPr/>
          <p:nvPr userDrawn="1"/>
        </p:nvSpPr>
        <p:spPr>
          <a:xfrm>
            <a:off x="0" y="6273004"/>
            <a:ext cx="12191999" cy="584993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62885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I60V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DC58569-A743-E665-D540-B481B64E8459}"/>
              </a:ext>
            </a:extLst>
          </p:cNvPr>
          <p:cNvGrpSpPr/>
          <p:nvPr userDrawn="1"/>
        </p:nvGrpSpPr>
        <p:grpSpPr>
          <a:xfrm>
            <a:off x="2827762" y="3165226"/>
            <a:ext cx="6539055" cy="1307812"/>
            <a:chOff x="3480378" y="3357980"/>
            <a:chExt cx="6539055" cy="1307812"/>
          </a:xfrm>
        </p:grpSpPr>
        <p:sp>
          <p:nvSpPr>
            <p:cNvPr id="12" name="Arc 47">
              <a:extLst>
                <a:ext uri="{FF2B5EF4-FFF2-40B4-BE49-F238E27FC236}">
                  <a16:creationId xmlns:a16="http://schemas.microsoft.com/office/drawing/2014/main" id="{1799DBCE-3CDD-CE06-DCD3-E33D796CFBF5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3" name="Arc 47">
              <a:extLst>
                <a:ext uri="{FF2B5EF4-FFF2-40B4-BE49-F238E27FC236}">
                  <a16:creationId xmlns:a16="http://schemas.microsoft.com/office/drawing/2014/main" id="{D2BB6497-C9ED-231A-3D46-236A20D91547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4" name="Arc 48">
              <a:extLst>
                <a:ext uri="{FF2B5EF4-FFF2-40B4-BE49-F238E27FC236}">
                  <a16:creationId xmlns:a16="http://schemas.microsoft.com/office/drawing/2014/main" id="{3B7F452B-F78D-F2B0-F33B-AC7925960C28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5" name="Arc 47">
              <a:extLst>
                <a:ext uri="{FF2B5EF4-FFF2-40B4-BE49-F238E27FC236}">
                  <a16:creationId xmlns:a16="http://schemas.microsoft.com/office/drawing/2014/main" id="{F3999495-48D8-5CE9-11CD-A667A50E615F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6" name="Arc 48">
              <a:extLst>
                <a:ext uri="{FF2B5EF4-FFF2-40B4-BE49-F238E27FC236}">
                  <a16:creationId xmlns:a16="http://schemas.microsoft.com/office/drawing/2014/main" id="{63AC1403-57C4-36A3-F449-8E53AE126B46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33EC7DAF-3551-94E6-E084-19FAD06C1A03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3E3B8828-CA10-E6AF-81C9-846A2AA7EC2A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2C78BF60-1F33-C76B-4C83-FB7F261873ED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2E83B02A-572D-64E3-61A5-073ADE6A4934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08D20091-D26D-739C-EC0D-4332030E65CF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1"/>
            <a:ext cx="10226675" cy="781058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61C2C9-4D10-ED6D-CCC2-1E9F1FDD2A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42816" y="1489839"/>
            <a:ext cx="2067502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3D6B2A-4BEB-40DA-D4B7-5D6711B95B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39402" y="2273173"/>
            <a:ext cx="2067502" cy="8388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CC23EF0-CCB9-7631-5893-173C23662E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51602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3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A55D6897-9E6A-5267-8A17-FAC640C0596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756016" y="4607559"/>
            <a:ext cx="2067502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27078301-377D-286F-9067-CC583F744A9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752602" y="5390893"/>
            <a:ext cx="2067502" cy="8388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F1119639-B6DC-E663-01C8-EB8BAAD734F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59429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3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4779163C-C8AA-E3FC-B7FD-99A42B2B556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069215" y="1489839"/>
            <a:ext cx="2067502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1B05E230-3912-FE5D-61FE-AC465718E88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065801" y="2273173"/>
            <a:ext cx="2067502" cy="8388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19BACF2C-F4F1-F4B1-5D76-004E6CCC4E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67256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3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1D07862A-5B23-0044-8CE4-F6A221EBF32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82415" y="4607559"/>
            <a:ext cx="2067502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D6B6CB30-262C-6187-0C1C-55421AF8048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379001" y="5390893"/>
            <a:ext cx="2067502" cy="8388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5ABC58D2-B87D-BB4A-29CF-B645D14BCA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75083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3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492CC3B8-8A0F-A348-FB3D-D7976550BFE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95614" y="1489839"/>
            <a:ext cx="2067502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738882A6-C5D0-0373-B0FA-BF7FBE82E7B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92200" y="2273173"/>
            <a:ext cx="2067502" cy="8388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60BA9DE5-F5A7-2467-7A00-F6CC4607A5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82911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3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57ABE3-587C-7F7B-C8B5-EB06AF8AD71B}"/>
              </a:ext>
            </a:extLst>
          </p:cNvPr>
          <p:cNvSpPr/>
          <p:nvPr userDrawn="1"/>
        </p:nvSpPr>
        <p:spPr>
          <a:xfrm>
            <a:off x="0" y="6273004"/>
            <a:ext cx="12191999" cy="584993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8169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I60V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63BB7D51-CF9D-4526-1725-5AB30663276A}"/>
              </a:ext>
            </a:extLst>
          </p:cNvPr>
          <p:cNvGrpSpPr/>
          <p:nvPr userDrawn="1"/>
        </p:nvGrpSpPr>
        <p:grpSpPr>
          <a:xfrm>
            <a:off x="2172567" y="3165226"/>
            <a:ext cx="7846866" cy="1307812"/>
            <a:chOff x="2105892" y="3357980"/>
            <a:chExt cx="7846866" cy="1307812"/>
          </a:xfrm>
        </p:grpSpPr>
        <p:sp>
          <p:nvSpPr>
            <p:cNvPr id="19" name="Arc 48">
              <a:extLst>
                <a:ext uri="{FF2B5EF4-FFF2-40B4-BE49-F238E27FC236}">
                  <a16:creationId xmlns:a16="http://schemas.microsoft.com/office/drawing/2014/main" id="{A57EA404-270C-3D5C-14F9-1ECC47BA9B07}"/>
                </a:ext>
              </a:extLst>
            </p:cNvPr>
            <p:cNvSpPr/>
            <p:nvPr userDrawn="1"/>
          </p:nvSpPr>
          <p:spPr>
            <a:xfrm flipV="1">
              <a:off x="8644947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0" name="Arc 47">
              <a:extLst>
                <a:ext uri="{FF2B5EF4-FFF2-40B4-BE49-F238E27FC236}">
                  <a16:creationId xmlns:a16="http://schemas.microsoft.com/office/drawing/2014/main" id="{E0D06A7F-9509-C3A7-2D2C-78C39714085C}"/>
                </a:ext>
              </a:extLst>
            </p:cNvPr>
            <p:cNvSpPr/>
            <p:nvPr userDrawn="1"/>
          </p:nvSpPr>
          <p:spPr>
            <a:xfrm>
              <a:off x="7337136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4" name="Arc 47">
              <a:extLst>
                <a:ext uri="{FF2B5EF4-FFF2-40B4-BE49-F238E27FC236}">
                  <a16:creationId xmlns:a16="http://schemas.microsoft.com/office/drawing/2014/main" id="{AB4BBBAA-DF0A-9D34-37E3-991800093100}"/>
                </a:ext>
              </a:extLst>
            </p:cNvPr>
            <p:cNvSpPr/>
            <p:nvPr userDrawn="1"/>
          </p:nvSpPr>
          <p:spPr>
            <a:xfrm>
              <a:off x="4721514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5" name="Arc 48">
              <a:extLst>
                <a:ext uri="{FF2B5EF4-FFF2-40B4-BE49-F238E27FC236}">
                  <a16:creationId xmlns:a16="http://schemas.microsoft.com/office/drawing/2014/main" id="{DB6A20B4-C07C-5DCC-F25A-7118BCF0C18A}"/>
                </a:ext>
              </a:extLst>
            </p:cNvPr>
            <p:cNvSpPr/>
            <p:nvPr userDrawn="1"/>
          </p:nvSpPr>
          <p:spPr>
            <a:xfrm flipV="1">
              <a:off x="6029325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9" name="Arc 47">
              <a:extLst>
                <a:ext uri="{FF2B5EF4-FFF2-40B4-BE49-F238E27FC236}">
                  <a16:creationId xmlns:a16="http://schemas.microsoft.com/office/drawing/2014/main" id="{96B9398F-6113-4672-FFF8-FBAD5FEF4AC7}"/>
                </a:ext>
              </a:extLst>
            </p:cNvPr>
            <p:cNvSpPr/>
            <p:nvPr userDrawn="1"/>
          </p:nvSpPr>
          <p:spPr>
            <a:xfrm>
              <a:off x="2105892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30" name="Arc 48">
              <a:extLst>
                <a:ext uri="{FF2B5EF4-FFF2-40B4-BE49-F238E27FC236}">
                  <a16:creationId xmlns:a16="http://schemas.microsoft.com/office/drawing/2014/main" id="{69A4899F-6BC6-0545-C425-46B0A391B53A}"/>
                </a:ext>
              </a:extLst>
            </p:cNvPr>
            <p:cNvSpPr/>
            <p:nvPr userDrawn="1"/>
          </p:nvSpPr>
          <p:spPr>
            <a:xfrm flipV="1">
              <a:off x="3413703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C54F923D-0F8C-75D3-F560-621D6C55D4ED}"/>
                </a:ext>
              </a:extLst>
            </p:cNvPr>
            <p:cNvSpPr/>
            <p:nvPr userDrawn="1"/>
          </p:nvSpPr>
          <p:spPr>
            <a:xfrm>
              <a:off x="2105892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7737C037-6C33-E597-EC0D-93C1577C4A58}"/>
                </a:ext>
              </a:extLst>
            </p:cNvPr>
            <p:cNvSpPr/>
            <p:nvPr userDrawn="1"/>
          </p:nvSpPr>
          <p:spPr>
            <a:xfrm flipV="1">
              <a:off x="3413703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65F0F000-9A20-4E99-4193-B75FEBC43421}"/>
                </a:ext>
              </a:extLst>
            </p:cNvPr>
            <p:cNvSpPr/>
            <p:nvPr userDrawn="1"/>
          </p:nvSpPr>
          <p:spPr>
            <a:xfrm>
              <a:off x="4721514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6062F459-ACA9-F2CB-F2C1-6C195540935B}"/>
                </a:ext>
              </a:extLst>
            </p:cNvPr>
            <p:cNvSpPr/>
            <p:nvPr userDrawn="1"/>
          </p:nvSpPr>
          <p:spPr>
            <a:xfrm flipV="1">
              <a:off x="6029325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78D4F275-76C2-2516-B3A5-F4BEB2B9CA71}"/>
                </a:ext>
              </a:extLst>
            </p:cNvPr>
            <p:cNvSpPr/>
            <p:nvPr userDrawn="1"/>
          </p:nvSpPr>
          <p:spPr>
            <a:xfrm>
              <a:off x="7337136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90126FB4-61AC-3C71-2538-087676C2A51C}"/>
                </a:ext>
              </a:extLst>
            </p:cNvPr>
            <p:cNvSpPr/>
            <p:nvPr userDrawn="1"/>
          </p:nvSpPr>
          <p:spPr>
            <a:xfrm flipV="1">
              <a:off x="8644947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1"/>
            <a:ext cx="10226675" cy="781058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61C2C9-4D10-ED6D-CCC2-1E9F1FDD2A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38224" y="1492231"/>
            <a:ext cx="1641803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3D6B2A-4BEB-40DA-D4B7-5D6711B95B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34810" y="2275565"/>
            <a:ext cx="1641803" cy="8388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CC23EF0-CCB9-7631-5893-173C23662E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91487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3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9CFBDD5-870E-35DD-FD5F-F0172492FC7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61176" y="4582505"/>
            <a:ext cx="1641803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7F40198-E11D-B174-C28B-92661D7F204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57762" y="5365839"/>
            <a:ext cx="1641803" cy="8388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B0960D7-7983-2595-ABE5-F1787E459D0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05076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3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5F9A464E-36BA-78EC-8B82-85BECF9499F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584128" y="1497858"/>
            <a:ext cx="1641803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F985471C-71E7-2A9F-2CD2-D18A4DEE6A3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580714" y="2281192"/>
            <a:ext cx="1641803" cy="8388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7554BCB0-8A73-8A6A-22F3-ECF35C003B9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18665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3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C08780A0-29AE-20CD-D5E3-AC2B3983C83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907080" y="4574756"/>
            <a:ext cx="1641803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C716A020-77F8-3D14-2A31-111EBFA4018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903666" y="5358090"/>
            <a:ext cx="1641803" cy="8388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FD8A23C-16BF-F5F8-3277-D9B61DDDEB9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32254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3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E8DA0FA2-810D-B25A-CCB8-F3362879CDE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230032" y="1497801"/>
            <a:ext cx="1641803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20C57CB0-2E73-96C0-3605-3E1BBA28770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226618" y="2281135"/>
            <a:ext cx="1641803" cy="8388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A5095775-CE62-DB6E-5643-B992A8FA29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45843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3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4E0BB22D-6F32-DD2D-2A63-BE6F78B6D00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52984" y="4579415"/>
            <a:ext cx="1641803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C19ECCD6-6ED2-5B15-447C-B61314E7CDF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9570" y="5362749"/>
            <a:ext cx="1641803" cy="8388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84B770A8-3D75-33D9-16C2-589947A472A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759433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3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814D20-60B7-FDC8-17DF-CB80C61564C0}"/>
              </a:ext>
            </a:extLst>
          </p:cNvPr>
          <p:cNvSpPr/>
          <p:nvPr userDrawn="1"/>
        </p:nvSpPr>
        <p:spPr>
          <a:xfrm>
            <a:off x="0" y="6273004"/>
            <a:ext cx="12191999" cy="584993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4131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0"/>
            <a:ext cx="10226675" cy="1325563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C3C1E4-2789-6156-5A0B-052425545714}"/>
              </a:ext>
            </a:extLst>
          </p:cNvPr>
          <p:cNvSpPr/>
          <p:nvPr userDrawn="1"/>
        </p:nvSpPr>
        <p:spPr>
          <a:xfrm>
            <a:off x="0" y="6273800"/>
            <a:ext cx="12192000" cy="5842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90424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E359C6E-37AA-741C-EB84-CDC9BBBF4799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ED937B2-00D3-C934-7568-D94AE895F2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7A209F4-A64E-7B65-131F-FDCCE92CBD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94D3D9FF-5E4A-E4D9-CE56-6EA603B3B894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978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44.xml"/><Relationship Id="rId39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52.xml"/><Relationship Id="rId42" Type="http://schemas.openxmlformats.org/officeDocument/2006/relationships/slideLayout" Target="../slideLayouts/slideLayout60.xml"/><Relationship Id="rId47" Type="http://schemas.openxmlformats.org/officeDocument/2006/relationships/slideLayout" Target="../slideLayouts/slideLayout65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9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42.xml"/><Relationship Id="rId32" Type="http://schemas.openxmlformats.org/officeDocument/2006/relationships/slideLayout" Target="../slideLayouts/slideLayout50.xml"/><Relationship Id="rId37" Type="http://schemas.openxmlformats.org/officeDocument/2006/relationships/slideLayout" Target="../slideLayouts/slideLayout55.xml"/><Relationship Id="rId40" Type="http://schemas.openxmlformats.org/officeDocument/2006/relationships/slideLayout" Target="../slideLayouts/slideLayout58.xml"/><Relationship Id="rId45" Type="http://schemas.openxmlformats.org/officeDocument/2006/relationships/slideLayout" Target="../slideLayouts/slideLayout63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6.xml"/><Relationship Id="rId36" Type="http://schemas.openxmlformats.org/officeDocument/2006/relationships/slideLayout" Target="../slideLayouts/slideLayout54.xml"/><Relationship Id="rId49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31" Type="http://schemas.openxmlformats.org/officeDocument/2006/relationships/slideLayout" Target="../slideLayouts/slideLayout49.xml"/><Relationship Id="rId44" Type="http://schemas.openxmlformats.org/officeDocument/2006/relationships/slideLayout" Target="../slideLayouts/slideLayout6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5.xml"/><Relationship Id="rId30" Type="http://schemas.openxmlformats.org/officeDocument/2006/relationships/slideLayout" Target="../slideLayouts/slideLayout48.xml"/><Relationship Id="rId35" Type="http://schemas.openxmlformats.org/officeDocument/2006/relationships/slideLayout" Target="../slideLayouts/slideLayout53.xml"/><Relationship Id="rId43" Type="http://schemas.openxmlformats.org/officeDocument/2006/relationships/slideLayout" Target="../slideLayouts/slideLayout61.xml"/><Relationship Id="rId48" Type="http://schemas.openxmlformats.org/officeDocument/2006/relationships/slideLayout" Target="../slideLayouts/slideLayout66.xml"/><Relationship Id="rId8" Type="http://schemas.openxmlformats.org/officeDocument/2006/relationships/slideLayout" Target="../slideLayouts/slideLayout26.xml"/><Relationship Id="rId51" Type="http://schemas.openxmlformats.org/officeDocument/2006/relationships/image" Target="../media/image3.jpeg"/><Relationship Id="rId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43.xml"/><Relationship Id="rId33" Type="http://schemas.openxmlformats.org/officeDocument/2006/relationships/slideLayout" Target="../slideLayouts/slideLayout51.xml"/><Relationship Id="rId38" Type="http://schemas.openxmlformats.org/officeDocument/2006/relationships/slideLayout" Target="../slideLayouts/slideLayout56.xml"/><Relationship Id="rId46" Type="http://schemas.openxmlformats.org/officeDocument/2006/relationships/slideLayout" Target="../slideLayouts/slideLayout64.xml"/><Relationship Id="rId20" Type="http://schemas.openxmlformats.org/officeDocument/2006/relationships/slideLayout" Target="../slideLayouts/slideLayout38.xml"/><Relationship Id="rId41" Type="http://schemas.openxmlformats.org/officeDocument/2006/relationships/slideLayout" Target="../slideLayouts/slideLayout59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17710F1-C041-4522-8404-05C3A92EFBB3}" type="datetimeFigureOut">
              <a:rPr lang="fr-FR" smtClean="0"/>
              <a:t>21/07/2026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27968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54C769-5B6E-5C22-9516-5D7BE462E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190F5-D493-CE67-ED1B-D761BFA69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5225E-A593-BBE5-FA35-2952DE6D56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812C0-D4F0-C345-96B4-1E8B918506AC}" type="datetimeFigureOut">
              <a:rPr lang="en-US" smtClean="0"/>
              <a:t>7/21/2026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30E95-9162-1956-4897-1AA052698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09E4-652E-524A-8D35-CF602AA44AAA}" type="slidenum">
              <a:rPr lang="en-US" smtClean="0"/>
              <a:t>‹N°›</a:t>
            </a:fld>
            <a:endParaRPr lang="en-US" dirty="0"/>
          </a:p>
        </p:txBody>
      </p:sp>
      <p:grpSp>
        <p:nvGrpSpPr>
          <p:cNvPr id="5" name="Group 4" hidden="1">
            <a:extLst>
              <a:ext uri="{FF2B5EF4-FFF2-40B4-BE49-F238E27FC236}">
                <a16:creationId xmlns:a16="http://schemas.microsoft.com/office/drawing/2014/main" id="{92FAE72C-82F9-63EA-E047-125229D746D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7" name="Group 6" hidden="1">
              <a:extLst>
                <a:ext uri="{FF2B5EF4-FFF2-40B4-BE49-F238E27FC236}">
                  <a16:creationId xmlns:a16="http://schemas.microsoft.com/office/drawing/2014/main" id="{2783FDA6-B880-12D1-F0DF-F65463525311}"/>
                </a:ext>
              </a:extLst>
            </p:cNvPr>
            <p:cNvGrpSpPr/>
            <p:nvPr userDrawn="1"/>
          </p:nvGrpSpPr>
          <p:grpSpPr>
            <a:xfrm>
              <a:off x="0" y="0"/>
              <a:ext cx="12192000" cy="6858000"/>
              <a:chOff x="0" y="0"/>
              <a:chExt cx="5166360" cy="6858000"/>
            </a:xfrm>
            <a:noFill/>
          </p:grpSpPr>
          <p:sp>
            <p:nvSpPr>
              <p:cNvPr id="9" name="Rectangle 8" hidden="1">
                <a:extLst>
                  <a:ext uri="{FF2B5EF4-FFF2-40B4-BE49-F238E27FC236}">
                    <a16:creationId xmlns:a16="http://schemas.microsoft.com/office/drawing/2014/main" id="{F3FB1A56-AC44-3AC8-87A5-872AC4A90ABE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0" name="Rectangle 9" hidden="1">
                <a:extLst>
                  <a:ext uri="{FF2B5EF4-FFF2-40B4-BE49-F238E27FC236}">
                    <a16:creationId xmlns:a16="http://schemas.microsoft.com/office/drawing/2014/main" id="{6E2D1C13-7C92-62FB-45D9-9953EC36A6AD}"/>
                  </a:ext>
                </a:extLst>
              </p:cNvPr>
              <p:cNvSpPr/>
              <p:nvPr userDrawn="1"/>
            </p:nvSpPr>
            <p:spPr>
              <a:xfrm>
                <a:off x="86106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1" name="Rectangle 10" hidden="1">
                <a:extLst>
                  <a:ext uri="{FF2B5EF4-FFF2-40B4-BE49-F238E27FC236}">
                    <a16:creationId xmlns:a16="http://schemas.microsoft.com/office/drawing/2014/main" id="{604F73FA-93CA-86AA-4012-1C081C51CA92}"/>
                  </a:ext>
                </a:extLst>
              </p:cNvPr>
              <p:cNvSpPr/>
              <p:nvPr userDrawn="1"/>
            </p:nvSpPr>
            <p:spPr>
              <a:xfrm>
                <a:off x="172212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2" name="Rectangle 11" hidden="1">
                <a:extLst>
                  <a:ext uri="{FF2B5EF4-FFF2-40B4-BE49-F238E27FC236}">
                    <a16:creationId xmlns:a16="http://schemas.microsoft.com/office/drawing/2014/main" id="{E11C4BE9-3395-6EBF-1736-876AE6CA5899}"/>
                  </a:ext>
                </a:extLst>
              </p:cNvPr>
              <p:cNvSpPr/>
              <p:nvPr userDrawn="1"/>
            </p:nvSpPr>
            <p:spPr>
              <a:xfrm>
                <a:off x="258318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3" name="Rectangle 12" hidden="1">
                <a:extLst>
                  <a:ext uri="{FF2B5EF4-FFF2-40B4-BE49-F238E27FC236}">
                    <a16:creationId xmlns:a16="http://schemas.microsoft.com/office/drawing/2014/main" id="{A7429E2A-937D-ABD5-C743-BA1A6F11C542}"/>
                  </a:ext>
                </a:extLst>
              </p:cNvPr>
              <p:cNvSpPr/>
              <p:nvPr userDrawn="1"/>
            </p:nvSpPr>
            <p:spPr>
              <a:xfrm>
                <a:off x="344424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4" name="Rectangle 13" hidden="1">
                <a:extLst>
                  <a:ext uri="{FF2B5EF4-FFF2-40B4-BE49-F238E27FC236}">
                    <a16:creationId xmlns:a16="http://schemas.microsoft.com/office/drawing/2014/main" id="{F814B45D-6D67-5DE1-FAC9-ADD01AD86BA5}"/>
                  </a:ext>
                </a:extLst>
              </p:cNvPr>
              <p:cNvSpPr/>
              <p:nvPr userDrawn="1"/>
            </p:nvSpPr>
            <p:spPr>
              <a:xfrm>
                <a:off x="430530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sp>
          <p:nvSpPr>
            <p:cNvPr id="15" name="Frame 7" hidden="1">
              <a:extLst>
                <a:ext uri="{FF2B5EF4-FFF2-40B4-BE49-F238E27FC236}">
                  <a16:creationId xmlns:a16="http://schemas.microsoft.com/office/drawing/2014/main" id="{1DC1DDE1-81D0-FC9A-3287-7D3238A124C9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frame">
              <a:avLst>
                <a:gd name="adj1" fmla="val 861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68E88FD4-43FA-F80D-DA99-3B57A0B99735}"/>
              </a:ext>
            </a:extLst>
          </p:cNvPr>
          <p:cNvPicPr>
            <a:picLocks noChangeAspect="1"/>
          </p:cNvPicPr>
          <p:nvPr userDrawn="1"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0201" y="6377199"/>
            <a:ext cx="254317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671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  <p:sldLayoutId id="2147483723" r:id="rId20"/>
    <p:sldLayoutId id="2147483724" r:id="rId21"/>
    <p:sldLayoutId id="2147483725" r:id="rId22"/>
    <p:sldLayoutId id="2147483726" r:id="rId23"/>
    <p:sldLayoutId id="2147483727" r:id="rId24"/>
    <p:sldLayoutId id="2147483728" r:id="rId25"/>
    <p:sldLayoutId id="2147483729" r:id="rId26"/>
    <p:sldLayoutId id="2147483730" r:id="rId27"/>
    <p:sldLayoutId id="2147483731" r:id="rId28"/>
    <p:sldLayoutId id="2147483732" r:id="rId29"/>
    <p:sldLayoutId id="2147483733" r:id="rId30"/>
    <p:sldLayoutId id="2147483734" r:id="rId31"/>
    <p:sldLayoutId id="2147483735" r:id="rId32"/>
    <p:sldLayoutId id="2147483736" r:id="rId33"/>
    <p:sldLayoutId id="2147483737" r:id="rId34"/>
    <p:sldLayoutId id="2147483738" r:id="rId35"/>
    <p:sldLayoutId id="2147483739" r:id="rId36"/>
    <p:sldLayoutId id="2147483740" r:id="rId37"/>
    <p:sldLayoutId id="2147483741" r:id="rId38"/>
    <p:sldLayoutId id="2147483742" r:id="rId39"/>
    <p:sldLayoutId id="2147483743" r:id="rId40"/>
    <p:sldLayoutId id="2147483744" r:id="rId41"/>
    <p:sldLayoutId id="2147483745" r:id="rId42"/>
    <p:sldLayoutId id="2147483746" r:id="rId43"/>
    <p:sldLayoutId id="2147483747" r:id="rId44"/>
    <p:sldLayoutId id="2147483748" r:id="rId45"/>
    <p:sldLayoutId id="2147483749" r:id="rId46"/>
    <p:sldLayoutId id="2147483750" r:id="rId47"/>
    <p:sldLayoutId id="2147483751" r:id="rId48"/>
    <p:sldLayoutId id="2147483752" r:id="rId4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Poppins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6403">
          <p15:clr>
            <a:srgbClr val="F26B43"/>
          </p15:clr>
        </p15:guide>
        <p15:guide id="4" pos="7310">
          <p15:clr>
            <a:srgbClr val="F26B43"/>
          </p15:clr>
        </p15:guide>
        <p15:guide id="5" pos="370">
          <p15:clr>
            <a:srgbClr val="F26B43"/>
          </p15:clr>
        </p15:guide>
        <p15:guide id="6" pos="5110">
          <p15:clr>
            <a:srgbClr val="F26B43"/>
          </p15:clr>
        </p15:guide>
        <p15:guide id="7" pos="2570">
          <p15:clr>
            <a:srgbClr val="F26B43"/>
          </p15:clr>
        </p15:guide>
        <p15:guide id="8" pos="1277">
          <p15:clr>
            <a:srgbClr val="F26B43"/>
          </p15:clr>
        </p15:guide>
        <p15:guide id="9" orient="horz" pos="368">
          <p15:clr>
            <a:srgbClr val="F26B43"/>
          </p15:clr>
        </p15:guide>
        <p15:guide id="10" orient="horz" pos="39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17.jpe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16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7.jpe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diagramLayout" Target="../diagrams/layout6.xml"/><Relationship Id="rId7" Type="http://schemas.openxmlformats.org/officeDocument/2006/relationships/image" Target="../media/image17.jpe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3" Type="http://schemas.openxmlformats.org/officeDocument/2006/relationships/diagramLayout" Target="../diagrams/layout7.xml"/><Relationship Id="rId7" Type="http://schemas.openxmlformats.org/officeDocument/2006/relationships/image" Target="../media/image17.jpeg"/><Relationship Id="rId12" Type="http://schemas.microsoft.com/office/2007/relationships/diagramDrawing" Target="../diagrams/drawing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7.xml"/><Relationship Id="rId11" Type="http://schemas.openxmlformats.org/officeDocument/2006/relationships/diagramColors" Target="../diagrams/colors8.xml"/><Relationship Id="rId5" Type="http://schemas.openxmlformats.org/officeDocument/2006/relationships/diagramColors" Target="../diagrams/colors7.xml"/><Relationship Id="rId10" Type="http://schemas.openxmlformats.org/officeDocument/2006/relationships/diagramQuickStyle" Target="../diagrams/quickStyle8.xml"/><Relationship Id="rId4" Type="http://schemas.openxmlformats.org/officeDocument/2006/relationships/diagramQuickStyle" Target="../diagrams/quickStyle7.xml"/><Relationship Id="rId9" Type="http://schemas.openxmlformats.org/officeDocument/2006/relationships/diagramLayout" Target="../diagrams/layout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13" Type="http://schemas.openxmlformats.org/officeDocument/2006/relationships/image" Target="../media/image28.png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12" Type="http://schemas.openxmlformats.org/officeDocument/2006/relationships/image" Target="../media/image17.jpe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29.jpe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3.xml"/><Relationship Id="rId13" Type="http://schemas.openxmlformats.org/officeDocument/2006/relationships/image" Target="../media/image30.pn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12" Type="http://schemas.microsoft.com/office/2007/relationships/diagramDrawing" Target="../diagrams/drawing1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2.xml"/><Relationship Id="rId11" Type="http://schemas.openxmlformats.org/officeDocument/2006/relationships/diagramColors" Target="../diagrams/colors13.xml"/><Relationship Id="rId5" Type="http://schemas.openxmlformats.org/officeDocument/2006/relationships/diagramQuickStyle" Target="../diagrams/quickStyle12.xml"/><Relationship Id="rId10" Type="http://schemas.openxmlformats.org/officeDocument/2006/relationships/diagramQuickStyle" Target="../diagrams/quickStyle13.xml"/><Relationship Id="rId4" Type="http://schemas.openxmlformats.org/officeDocument/2006/relationships/diagramLayout" Target="../diagrams/layout12.xml"/><Relationship Id="rId9" Type="http://schemas.openxmlformats.org/officeDocument/2006/relationships/diagramLayout" Target="../diagrams/layout13.xml"/><Relationship Id="rId14" Type="http://schemas.openxmlformats.org/officeDocument/2006/relationships/image" Target="../media/image31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80E145-BEF5-07D8-585C-B13AFD2F03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48223"/>
            <a:ext cx="9144000" cy="1742072"/>
          </a:xfrm>
        </p:spPr>
        <p:txBody>
          <a:bodyPr>
            <a:normAutofit fontScale="90000"/>
          </a:bodyPr>
          <a:lstStyle/>
          <a:p>
            <a:r>
              <a:rPr lang="fr-FR" sz="4800" b="1" i="0" u="none" strike="noStrike" dirty="0">
                <a:solidFill>
                  <a:srgbClr val="000000"/>
                </a:solidFill>
                <a:effectLst/>
                <a:latin typeface="Twentieth Century"/>
              </a:rPr>
              <a:t>Réalisez un traitement dans</a:t>
            </a:r>
            <a:br>
              <a:rPr lang="fr-FR" sz="4800" b="1" i="0" u="none" strike="noStrike" dirty="0">
                <a:solidFill>
                  <a:srgbClr val="000000"/>
                </a:solidFill>
                <a:effectLst/>
                <a:latin typeface="Twentieth Century"/>
              </a:rPr>
            </a:br>
            <a:r>
              <a:rPr lang="fr-FR" sz="4800" b="1" i="0" u="none" strike="noStrike" dirty="0">
                <a:solidFill>
                  <a:srgbClr val="000000"/>
                </a:solidFill>
                <a:effectLst/>
                <a:latin typeface="Twentieth Century"/>
              </a:rPr>
              <a:t>un environnement Big Data</a:t>
            </a:r>
            <a:br>
              <a:rPr lang="fr-FR" sz="4800" b="1" i="0" u="none" strike="noStrike" dirty="0">
                <a:solidFill>
                  <a:srgbClr val="000000"/>
                </a:solidFill>
                <a:effectLst/>
                <a:latin typeface="Twentieth Century"/>
              </a:rPr>
            </a:br>
            <a:r>
              <a:rPr lang="fr-FR" sz="4800" b="1" i="0" u="none" strike="noStrike" dirty="0">
                <a:solidFill>
                  <a:srgbClr val="000000"/>
                </a:solidFill>
                <a:effectLst/>
                <a:latin typeface="Twentieth Century"/>
              </a:rPr>
              <a:t>sur le Cloud</a:t>
            </a:r>
          </a:p>
        </p:txBody>
      </p:sp>
      <p:pic>
        <p:nvPicPr>
          <p:cNvPr id="12294" name="Picture 6" descr="OpenClassrooms | Observatoire des Sociétés à Mission">
            <a:extLst>
              <a:ext uri="{FF2B5EF4-FFF2-40B4-BE49-F238E27FC236}">
                <a16:creationId xmlns:a16="http://schemas.microsoft.com/office/drawing/2014/main" id="{4703454E-50E5-05CE-B7FB-63F9A37E3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3413" y="5743661"/>
            <a:ext cx="1843087" cy="104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56F912-15FF-4AFC-3588-8590AEC15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833" y="6305106"/>
            <a:ext cx="6672887" cy="365125"/>
          </a:xfrm>
        </p:spPr>
        <p:txBody>
          <a:bodyPr/>
          <a:lstStyle/>
          <a:p>
            <a:r>
              <a:rPr lang="en-US" dirty="0" err="1"/>
              <a:t>Projet</a:t>
            </a:r>
            <a:r>
              <a:rPr lang="en-US" dirty="0"/>
              <a:t> 9 </a:t>
            </a:r>
            <a:r>
              <a:rPr lang="en-US" dirty="0" err="1"/>
              <a:t>Openclassrooms</a:t>
            </a:r>
            <a:r>
              <a:rPr lang="en-US" dirty="0"/>
              <a:t> :  Steeve OTTO 06/2026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4B715CB-B5A4-30DA-1931-82866C266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699209" cy="184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471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F553C3-C996-382D-1E88-6E53F822A489}"/>
              </a:ext>
            </a:extLst>
          </p:cNvPr>
          <p:cNvSpPr/>
          <p:nvPr/>
        </p:nvSpPr>
        <p:spPr>
          <a:xfrm>
            <a:off x="685304" y="721119"/>
            <a:ext cx="2748180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Sommaire</a:t>
            </a:r>
            <a:endParaRPr lang="en-US" sz="29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AA87233-9383-0569-4743-508F8DE029B7}"/>
              </a:ext>
            </a:extLst>
          </p:cNvPr>
          <p:cNvSpPr/>
          <p:nvPr/>
        </p:nvSpPr>
        <p:spPr>
          <a:xfrm>
            <a:off x="1045883" y="1598015"/>
            <a:ext cx="331708" cy="3317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C4EB49C-7B2C-4033-1AAF-10CDB31AAAAD}"/>
              </a:ext>
            </a:extLst>
          </p:cNvPr>
          <p:cNvSpPr/>
          <p:nvPr/>
        </p:nvSpPr>
        <p:spPr>
          <a:xfrm>
            <a:off x="1101187" y="1625697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0E438E6-02A3-3851-110C-9005FF029BCE}"/>
              </a:ext>
            </a:extLst>
          </p:cNvPr>
          <p:cNvSpPr/>
          <p:nvPr/>
        </p:nvSpPr>
        <p:spPr>
          <a:xfrm>
            <a:off x="1524990" y="1648617"/>
            <a:ext cx="2315885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fr-FR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Contexte</a:t>
            </a: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et </a:t>
            </a:r>
            <a:r>
              <a:rPr lang="fr-FR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objectifs</a:t>
            </a:r>
            <a:endParaRPr lang="fr-FR" sz="1450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498E2C30-F235-2F3E-E32C-ED59578BB276}"/>
              </a:ext>
            </a:extLst>
          </p:cNvPr>
          <p:cNvSpPr/>
          <p:nvPr/>
        </p:nvSpPr>
        <p:spPr>
          <a:xfrm>
            <a:off x="1045883" y="2497890"/>
            <a:ext cx="331708" cy="3317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059A03F-667A-0E75-5DC1-FA31FA3CE929}"/>
              </a:ext>
            </a:extLst>
          </p:cNvPr>
          <p:cNvSpPr/>
          <p:nvPr/>
        </p:nvSpPr>
        <p:spPr>
          <a:xfrm>
            <a:off x="1101187" y="2525572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EA57F4E5-53F4-F5BD-DDBB-03E1CF585EDC}"/>
              </a:ext>
            </a:extLst>
          </p:cNvPr>
          <p:cNvSpPr/>
          <p:nvPr/>
        </p:nvSpPr>
        <p:spPr>
          <a:xfrm>
            <a:off x="1574971" y="4352697"/>
            <a:ext cx="4337079" cy="267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00"/>
              </a:lnSpc>
            </a:pPr>
            <a:r>
              <a:rPr lang="fr-FR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Chaîne de traitement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E35F749-9B31-724D-9695-719D3124B8EE}"/>
              </a:ext>
            </a:extLst>
          </p:cNvPr>
          <p:cNvSpPr/>
          <p:nvPr/>
        </p:nvSpPr>
        <p:spPr>
          <a:xfrm>
            <a:off x="1045883" y="3350694"/>
            <a:ext cx="331708" cy="3317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DCF2C41F-3B71-8C9F-FE17-A907998A992F}"/>
              </a:ext>
            </a:extLst>
          </p:cNvPr>
          <p:cNvSpPr/>
          <p:nvPr/>
        </p:nvSpPr>
        <p:spPr>
          <a:xfrm>
            <a:off x="1101187" y="3378376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578268DD-7C3A-679B-5F39-6A8AE0567086}"/>
              </a:ext>
            </a:extLst>
          </p:cNvPr>
          <p:cNvSpPr/>
          <p:nvPr/>
        </p:nvSpPr>
        <p:spPr>
          <a:xfrm>
            <a:off x="1045883" y="4277657"/>
            <a:ext cx="331708" cy="3317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211B74E0-81C9-521C-43C5-B0045DE11BF1}"/>
              </a:ext>
            </a:extLst>
          </p:cNvPr>
          <p:cNvSpPr/>
          <p:nvPr/>
        </p:nvSpPr>
        <p:spPr>
          <a:xfrm>
            <a:off x="1101187" y="4305339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4</a:t>
            </a:r>
            <a:endParaRPr lang="en-US" sz="1700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34B98589-9CE5-71AA-4740-0DF2D011A4ED}"/>
              </a:ext>
            </a:extLst>
          </p:cNvPr>
          <p:cNvSpPr/>
          <p:nvPr/>
        </p:nvSpPr>
        <p:spPr>
          <a:xfrm>
            <a:off x="1590516" y="518624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Conclusion</a:t>
            </a:r>
            <a:endParaRPr lang="en-US" sz="145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E8D89D27-0939-A1CA-C6B9-6833025D823D}"/>
              </a:ext>
            </a:extLst>
          </p:cNvPr>
          <p:cNvSpPr/>
          <p:nvPr/>
        </p:nvSpPr>
        <p:spPr>
          <a:xfrm>
            <a:off x="1524990" y="2547864"/>
            <a:ext cx="338313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00"/>
              </a:lnSpc>
            </a:pPr>
            <a:r>
              <a:rPr lang="fr-FR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Présentation du jeu de données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fr-FR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 </a:t>
            </a:r>
            <a:endParaRPr lang="fr-FR" sz="1450" dirty="0"/>
          </a:p>
        </p:txBody>
      </p:sp>
      <p:sp>
        <p:nvSpPr>
          <p:cNvPr id="13" name="Shape 17">
            <a:extLst>
              <a:ext uri="{FF2B5EF4-FFF2-40B4-BE49-F238E27FC236}">
                <a16:creationId xmlns:a16="http://schemas.microsoft.com/office/drawing/2014/main" id="{95426858-D939-31CB-4D2E-CD731B1C8161}"/>
              </a:ext>
            </a:extLst>
          </p:cNvPr>
          <p:cNvSpPr/>
          <p:nvPr/>
        </p:nvSpPr>
        <p:spPr>
          <a:xfrm>
            <a:off x="1045882" y="5130980"/>
            <a:ext cx="331708" cy="3317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4" name="Text 18">
            <a:extLst>
              <a:ext uri="{FF2B5EF4-FFF2-40B4-BE49-F238E27FC236}">
                <a16:creationId xmlns:a16="http://schemas.microsoft.com/office/drawing/2014/main" id="{D816F760-8DFA-CF33-74F3-7E2F2BFF2452}"/>
              </a:ext>
            </a:extLst>
          </p:cNvPr>
          <p:cNvSpPr/>
          <p:nvPr/>
        </p:nvSpPr>
        <p:spPr>
          <a:xfrm>
            <a:off x="1101186" y="5158662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5</a:t>
            </a:r>
            <a:endParaRPr lang="en-US" sz="1700" dirty="0"/>
          </a:p>
        </p:txBody>
      </p:sp>
      <p:sp>
        <p:nvSpPr>
          <p:cNvPr id="15" name="Text 27">
            <a:extLst>
              <a:ext uri="{FF2B5EF4-FFF2-40B4-BE49-F238E27FC236}">
                <a16:creationId xmlns:a16="http://schemas.microsoft.com/office/drawing/2014/main" id="{3EDFD537-2724-B329-D669-D4E8FE559A46}"/>
              </a:ext>
            </a:extLst>
          </p:cNvPr>
          <p:cNvSpPr/>
          <p:nvPr/>
        </p:nvSpPr>
        <p:spPr>
          <a:xfrm>
            <a:off x="1574971" y="340135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00"/>
              </a:lnSpc>
            </a:pPr>
            <a:r>
              <a:rPr lang="fr-FR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Environnement Big Data</a:t>
            </a:r>
          </a:p>
          <a:p>
            <a:pPr>
              <a:lnSpc>
                <a:spcPts val="1800"/>
              </a:lnSpc>
            </a:pPr>
            <a:endParaRPr lang="en-US" sz="1450" dirty="0">
              <a:solidFill>
                <a:srgbClr val="4C4C4D"/>
              </a:solidFill>
              <a:latin typeface="Crimson Pro Semi Bold" pitchFamily="34" charset="0"/>
              <a:ea typeface="Crimson Pro Semi Bold" pitchFamily="34" charset="-122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71F0DC77-C0CE-42BC-298D-CEB9FEF7C9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47" r="11007"/>
          <a:stretch/>
        </p:blipFill>
        <p:spPr>
          <a:xfrm>
            <a:off x="5169571" y="615820"/>
            <a:ext cx="6406608" cy="551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113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46E8B8-CC6E-6C0E-2448-543E2ED5C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80" y="385457"/>
            <a:ext cx="10364451" cy="45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1. </a:t>
            </a:r>
            <a:r>
              <a:rPr lang="fr-FR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Contexte</a:t>
            </a:r>
            <a:r>
              <a:rPr lang="en-US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 et </a:t>
            </a:r>
            <a:r>
              <a:rPr lang="fr-FR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Objectifs</a:t>
            </a: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2BF66F4A-65BF-D291-7B62-8A8B2841CB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4823603"/>
              </p:ext>
            </p:extLst>
          </p:nvPr>
        </p:nvGraphicFramePr>
        <p:xfrm>
          <a:off x="515566" y="933061"/>
          <a:ext cx="10762034" cy="57569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433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B9B450F-BDFA-11F6-E0E1-862303E28A71}"/>
              </a:ext>
            </a:extLst>
          </p:cNvPr>
          <p:cNvSpPr txBox="1"/>
          <p:nvPr/>
        </p:nvSpPr>
        <p:spPr>
          <a:xfrm>
            <a:off x="601745" y="1506894"/>
            <a:ext cx="5756004" cy="4128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b="1" dirty="0"/>
              <a:t>Nombre total d'images </a:t>
            </a:r>
            <a:r>
              <a:rPr lang="fr-FR" dirty="0"/>
              <a:t>: 90 483 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b="1" dirty="0"/>
              <a:t>Jeu d'entraînement </a:t>
            </a:r>
            <a:r>
              <a:rPr lang="fr-FR" dirty="0"/>
              <a:t>: 67 692 images 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b="1" dirty="0"/>
              <a:t>Jeu de test </a:t>
            </a:r>
            <a:r>
              <a:rPr lang="fr-FR" dirty="0"/>
              <a:t>: 22 688 images 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b="1" dirty="0"/>
              <a:t>Nombre de classes </a:t>
            </a:r>
            <a:r>
              <a:rPr lang="fr-FR" dirty="0"/>
              <a:t>: 131 (fruits et légumes) 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b="1" dirty="0"/>
              <a:t>Taille des images </a:t>
            </a:r>
            <a:r>
              <a:rPr lang="fr-FR" dirty="0"/>
              <a:t>: 100 × 100 pixels 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b="1" dirty="0"/>
              <a:t>Contenu</a:t>
            </a:r>
            <a:r>
              <a:rPr lang="fr-FR" dirty="0"/>
              <a:t> : une seule image de fruit ou de légume par fichier, en filmant des fruits et légumes en rotation avec un fond blanc uniforme après suppression automatique de l'arrière-plan.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6" name="Titre 12">
            <a:extLst>
              <a:ext uri="{FF2B5EF4-FFF2-40B4-BE49-F238E27FC236}">
                <a16:creationId xmlns:a16="http://schemas.microsoft.com/office/drawing/2014/main" id="{986D1EEA-1065-F619-8779-963CD22D0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85763"/>
            <a:ext cx="10363200" cy="4476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2. </a:t>
            </a:r>
            <a:r>
              <a:rPr lang="fr-FR" sz="2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Présentation du jeu de données</a:t>
            </a:r>
            <a:endParaRPr lang="fr-FR" sz="2400" dirty="0"/>
          </a:p>
        </p:txBody>
      </p: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A6841161-34C4-2A94-7F9B-C96EB9C7292B}"/>
              </a:ext>
            </a:extLst>
          </p:cNvPr>
          <p:cNvGrpSpPr/>
          <p:nvPr/>
        </p:nvGrpSpPr>
        <p:grpSpPr>
          <a:xfrm>
            <a:off x="7273602" y="1377832"/>
            <a:ext cx="3523277" cy="2193473"/>
            <a:chOff x="7022259" y="1030644"/>
            <a:chExt cx="3523277" cy="2193473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46465F8C-CA13-66A4-B54F-941ECD16C1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2259" y="1030644"/>
              <a:ext cx="952500" cy="952500"/>
            </a:xfrm>
            <a:prstGeom prst="rect">
              <a:avLst/>
            </a:prstGeom>
          </p:spPr>
        </p:pic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AF811788-C386-BB21-7587-4F773A02A1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3036" y="1076277"/>
              <a:ext cx="952500" cy="952500"/>
            </a:xfrm>
            <a:prstGeom prst="rect">
              <a:avLst/>
            </a:prstGeom>
          </p:spPr>
        </p:pic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2BAD039A-C517-0E4B-51EC-6CEEEFECA6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7647" y="1030644"/>
              <a:ext cx="952500" cy="952500"/>
            </a:xfrm>
            <a:prstGeom prst="rect">
              <a:avLst/>
            </a:prstGeom>
          </p:spPr>
        </p:pic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6BDE75F3-F77D-4725-2A55-446F2157BD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7647" y="2271617"/>
              <a:ext cx="952500" cy="952500"/>
            </a:xfrm>
            <a:prstGeom prst="rect">
              <a:avLst/>
            </a:prstGeom>
          </p:spPr>
        </p:pic>
        <p:pic>
          <p:nvPicPr>
            <p:cNvPr id="27" name="Image 26">
              <a:extLst>
                <a:ext uri="{FF2B5EF4-FFF2-40B4-BE49-F238E27FC236}">
                  <a16:creationId xmlns:a16="http://schemas.microsoft.com/office/drawing/2014/main" id="{327C129E-E073-A49B-AE60-52D1BC88D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2259" y="2271617"/>
              <a:ext cx="952500" cy="952500"/>
            </a:xfrm>
            <a:prstGeom prst="rect">
              <a:avLst/>
            </a:prstGeom>
          </p:spPr>
        </p:pic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47403F2B-3369-0B98-6A7D-593ABC8717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3035" y="2271617"/>
              <a:ext cx="952500" cy="952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5664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2">
            <a:extLst>
              <a:ext uri="{FF2B5EF4-FFF2-40B4-BE49-F238E27FC236}">
                <a16:creationId xmlns:a16="http://schemas.microsoft.com/office/drawing/2014/main" id="{986D1EEA-1065-F619-8779-963CD22D0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85763"/>
            <a:ext cx="10363200" cy="44767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3. </a:t>
            </a:r>
            <a:r>
              <a:rPr lang="fr-FR" sz="240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Environnement </a:t>
            </a:r>
            <a:r>
              <a:rPr lang="fr-FR" sz="2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Big Data</a:t>
            </a:r>
            <a:endParaRPr lang="fr-FR" sz="24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841B1F0-DC6D-4809-D9B3-2C47A86D28B7}"/>
              </a:ext>
            </a:extLst>
          </p:cNvPr>
          <p:cNvSpPr txBox="1"/>
          <p:nvPr/>
        </p:nvSpPr>
        <p:spPr>
          <a:xfrm>
            <a:off x="5980057" y="463826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Briques d’architecture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2A6D818D-2252-EB45-76A3-55F5A959858D}"/>
              </a:ext>
            </a:extLst>
          </p:cNvPr>
          <p:cNvGrpSpPr/>
          <p:nvPr/>
        </p:nvGrpSpPr>
        <p:grpSpPr>
          <a:xfrm>
            <a:off x="8172035" y="5325035"/>
            <a:ext cx="2750899" cy="875790"/>
            <a:chOff x="541500" y="2932625"/>
            <a:chExt cx="2655134" cy="892552"/>
          </a:xfrm>
        </p:grpSpPr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1A800DB1-5AA4-A201-AA04-718426C27B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1500" y="3053089"/>
              <a:ext cx="624249" cy="635599"/>
            </a:xfrm>
            <a:prstGeom prst="rect">
              <a:avLst/>
            </a:prstGeom>
          </p:spPr>
        </p:pic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C3247978-5F97-72C5-978A-6F1AFA3B4D8A}"/>
                </a:ext>
              </a:extLst>
            </p:cNvPr>
            <p:cNvSpPr txBox="1"/>
            <p:nvPr/>
          </p:nvSpPr>
          <p:spPr>
            <a:xfrm>
              <a:off x="1186547" y="2932625"/>
              <a:ext cx="2010087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/>
                <a:t>IAM</a:t>
              </a:r>
            </a:p>
            <a:p>
              <a:r>
                <a:rPr lang="fr-FR" sz="1400" dirty="0"/>
                <a:t>Gestion des autorisations et sécurités</a:t>
              </a:r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507AD4AE-11A7-DC7C-7A6F-900A040064BE}"/>
              </a:ext>
            </a:extLst>
          </p:cNvPr>
          <p:cNvGrpSpPr/>
          <p:nvPr/>
        </p:nvGrpSpPr>
        <p:grpSpPr>
          <a:xfrm>
            <a:off x="1269066" y="748282"/>
            <a:ext cx="8199729" cy="5852240"/>
            <a:chOff x="2194572" y="718458"/>
            <a:chExt cx="8199729" cy="5852240"/>
          </a:xfrm>
        </p:grpSpPr>
        <p:graphicFrame>
          <p:nvGraphicFramePr>
            <p:cNvPr id="5" name="Diagramme 4">
              <a:extLst>
                <a:ext uri="{FF2B5EF4-FFF2-40B4-BE49-F238E27FC236}">
                  <a16:creationId xmlns:a16="http://schemas.microsoft.com/office/drawing/2014/main" id="{13AD6D95-7A40-0B76-B52D-7E96407B5FC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318277275"/>
                </p:ext>
              </p:extLst>
            </p:nvPr>
          </p:nvGraphicFramePr>
          <p:xfrm>
            <a:off x="2194572" y="718458"/>
            <a:ext cx="8199729" cy="585224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B71CD16D-1ADF-1FAA-79AF-DC5D2F54FBB2}"/>
                </a:ext>
              </a:extLst>
            </p:cNvPr>
            <p:cNvGrpSpPr/>
            <p:nvPr/>
          </p:nvGrpSpPr>
          <p:grpSpPr>
            <a:xfrm>
              <a:off x="2581277" y="1981200"/>
              <a:ext cx="6516264" cy="3141711"/>
              <a:chOff x="2581277" y="1981200"/>
              <a:chExt cx="6516264" cy="3141711"/>
            </a:xfrm>
          </p:grpSpPr>
          <p:pic>
            <p:nvPicPr>
              <p:cNvPr id="2" name="Image 1">
                <a:extLst>
                  <a:ext uri="{FF2B5EF4-FFF2-40B4-BE49-F238E27FC236}">
                    <a16:creationId xmlns:a16="http://schemas.microsoft.com/office/drawing/2014/main" id="{D8E18B0C-96AC-6A7B-9C89-38D5F71CD8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81277" y="4506687"/>
                <a:ext cx="615357" cy="616224"/>
              </a:xfrm>
              <a:prstGeom prst="rect">
                <a:avLst/>
              </a:prstGeom>
            </p:spPr>
          </p:pic>
          <p:pic>
            <p:nvPicPr>
              <p:cNvPr id="4" name="Image 3">
                <a:extLst>
                  <a:ext uri="{FF2B5EF4-FFF2-40B4-BE49-F238E27FC236}">
                    <a16:creationId xmlns:a16="http://schemas.microsoft.com/office/drawing/2014/main" id="{B0AF9FC0-98FD-0B16-DA88-BB2DACA132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80339" y="1981200"/>
                <a:ext cx="717202" cy="718213"/>
              </a:xfrm>
              <a:prstGeom prst="rect">
                <a:avLst/>
              </a:prstGeom>
            </p:spPr>
          </p:pic>
          <p:pic>
            <p:nvPicPr>
              <p:cNvPr id="10" name="Picture 4">
                <a:extLst>
                  <a:ext uri="{FF2B5EF4-FFF2-40B4-BE49-F238E27FC236}">
                    <a16:creationId xmlns:a16="http://schemas.microsoft.com/office/drawing/2014/main" id="{65C53D62-5554-52E3-5DAA-FB0A3E9235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66" r="1200" b="2466"/>
              <a:stretch/>
            </p:blipFill>
            <p:spPr bwMode="auto">
              <a:xfrm>
                <a:off x="5113175" y="2893836"/>
                <a:ext cx="623565" cy="623565"/>
              </a:xfrm>
              <a:prstGeom prst="rect">
                <a:avLst/>
              </a:prstGeom>
              <a:noFill/>
              <a:effectLst>
                <a:softEdge rad="0"/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Image 15">
                <a:extLst>
                  <a:ext uri="{FF2B5EF4-FFF2-40B4-BE49-F238E27FC236}">
                    <a16:creationId xmlns:a16="http://schemas.microsoft.com/office/drawing/2014/main" id="{00E3512C-4B2A-FD23-A2B6-81A11C5FBC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02389" y="3478611"/>
                <a:ext cx="623565" cy="623565"/>
              </a:xfrm>
              <a:prstGeom prst="rect">
                <a:avLst/>
              </a:prstGeom>
            </p:spPr>
          </p:pic>
          <p:pic>
            <p:nvPicPr>
              <p:cNvPr id="1026" name="Picture 2" descr="Mastering PySpark: A Guide to Big Data in Python | Python in Plain English">
                <a:extLst>
                  <a:ext uri="{FF2B5EF4-FFF2-40B4-BE49-F238E27FC236}">
                    <a16:creationId xmlns:a16="http://schemas.microsoft.com/office/drawing/2014/main" id="{7F23734E-488E-6FB3-6DBB-0CE4B686D02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94436" y="2316401"/>
                <a:ext cx="1093080" cy="6162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4136925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2">
            <a:extLst>
              <a:ext uri="{FF2B5EF4-FFF2-40B4-BE49-F238E27FC236}">
                <a16:creationId xmlns:a16="http://schemas.microsoft.com/office/drawing/2014/main" id="{986D1EEA-1065-F619-8779-963CD22D0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85763"/>
            <a:ext cx="10363200" cy="44767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3. </a:t>
            </a:r>
            <a:r>
              <a:rPr lang="fr-FR" sz="240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Environnement </a:t>
            </a:r>
            <a:r>
              <a:rPr lang="fr-FR" sz="2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Big Data</a:t>
            </a:r>
            <a:endParaRPr lang="fr-FR" sz="24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40E37C5-521B-5778-516B-611D3AA16D9A}"/>
              </a:ext>
            </a:extLst>
          </p:cNvPr>
          <p:cNvSpPr txBox="1"/>
          <p:nvPr/>
        </p:nvSpPr>
        <p:spPr>
          <a:xfrm>
            <a:off x="4590662" y="424934"/>
            <a:ext cx="4823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Mise en œuvre de l'environnement Big Data EMR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6A4564D-7163-D314-8665-F832B761A863}"/>
              </a:ext>
            </a:extLst>
          </p:cNvPr>
          <p:cNvSpPr txBox="1"/>
          <p:nvPr/>
        </p:nvSpPr>
        <p:spPr>
          <a:xfrm>
            <a:off x="3174059" y="5191541"/>
            <a:ext cx="58438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Chargement du </a:t>
            </a:r>
            <a:r>
              <a:rPr lang="fr-FR" dirty="0" err="1"/>
              <a:t>dataset</a:t>
            </a:r>
            <a:r>
              <a:rPr lang="fr-FR" dirty="0"/>
              <a:t> : 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Chargement du notebook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Création d’un répertoire </a:t>
            </a:r>
            <a:r>
              <a:rPr lang="fr-FR" dirty="0" err="1"/>
              <a:t>Résults</a:t>
            </a:r>
            <a:r>
              <a:rPr lang="fr-FR" dirty="0"/>
              <a:t> : sauvegarde des résultats 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5BB96B9C-C8B9-A072-7B3A-FFB190E1F23A}"/>
              </a:ext>
            </a:extLst>
          </p:cNvPr>
          <p:cNvGrpSpPr/>
          <p:nvPr/>
        </p:nvGrpSpPr>
        <p:grpSpPr>
          <a:xfrm>
            <a:off x="901405" y="2121072"/>
            <a:ext cx="10389185" cy="2850416"/>
            <a:chOff x="901407" y="1219200"/>
            <a:chExt cx="10389185" cy="2850416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D4D7B508-553A-16DD-4855-F0778915BF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1407" y="1219200"/>
              <a:ext cx="10389185" cy="2850416"/>
            </a:xfrm>
            <a:prstGeom prst="rect">
              <a:avLst/>
            </a:prstGeom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66B9F7DB-C5A1-B31C-0567-DB4CEBE8C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36633" y="1619250"/>
              <a:ext cx="786583" cy="290540"/>
            </a:xfrm>
            <a:prstGeom prst="rect">
              <a:avLst/>
            </a:prstGeom>
          </p:spPr>
        </p:pic>
      </p:grpSp>
      <p:grpSp>
        <p:nvGrpSpPr>
          <p:cNvPr id="4" name="Groupe 3">
            <a:extLst>
              <a:ext uri="{FF2B5EF4-FFF2-40B4-BE49-F238E27FC236}">
                <a16:creationId xmlns:a16="http://schemas.microsoft.com/office/drawing/2014/main" id="{DC250615-7CD8-FC3F-4BEF-B0BF45F595D0}"/>
              </a:ext>
            </a:extLst>
          </p:cNvPr>
          <p:cNvGrpSpPr/>
          <p:nvPr/>
        </p:nvGrpSpPr>
        <p:grpSpPr>
          <a:xfrm>
            <a:off x="1106550" y="937621"/>
            <a:ext cx="3333860" cy="720407"/>
            <a:chOff x="4764150" y="983307"/>
            <a:chExt cx="3333860" cy="720407"/>
          </a:xfrm>
        </p:grpSpPr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08B3F0E1-9F89-5DC3-A359-61D221FE1C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64150" y="983307"/>
              <a:ext cx="615357" cy="616224"/>
            </a:xfrm>
            <a:prstGeom prst="rect">
              <a:avLst/>
            </a:prstGeom>
          </p:spPr>
        </p:pic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11E9A452-ECC5-9835-3797-5B1CA5F516CF}"/>
                </a:ext>
              </a:extLst>
            </p:cNvPr>
            <p:cNvSpPr txBox="1"/>
            <p:nvPr/>
          </p:nvSpPr>
          <p:spPr>
            <a:xfrm>
              <a:off x="5233194" y="1057383"/>
              <a:ext cx="28648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dirty="0"/>
                <a:t>S3 : Création du </a:t>
              </a:r>
              <a:r>
                <a:rPr lang="fr-FR" b="1" dirty="0" err="1"/>
                <a:t>bucket</a:t>
              </a:r>
              <a:endParaRPr lang="fr-FR" b="1" dirty="0"/>
            </a:p>
            <a:p>
              <a:pPr algn="ctr"/>
              <a:endParaRPr lang="fr-FR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724818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2">
            <a:extLst>
              <a:ext uri="{FF2B5EF4-FFF2-40B4-BE49-F238E27FC236}">
                <a16:creationId xmlns:a16="http://schemas.microsoft.com/office/drawing/2014/main" id="{986D1EEA-1065-F619-8779-963CD22D0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85763"/>
            <a:ext cx="10363200" cy="44767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3. </a:t>
            </a:r>
            <a:r>
              <a:rPr lang="fr-FR" sz="240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Environnement </a:t>
            </a:r>
            <a:r>
              <a:rPr lang="fr-FR" sz="2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Big Data</a:t>
            </a:r>
            <a:endParaRPr lang="fr-FR" sz="24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40E37C5-521B-5778-516B-611D3AA16D9A}"/>
              </a:ext>
            </a:extLst>
          </p:cNvPr>
          <p:cNvSpPr txBox="1"/>
          <p:nvPr/>
        </p:nvSpPr>
        <p:spPr>
          <a:xfrm>
            <a:off x="4606726" y="427291"/>
            <a:ext cx="4823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Mise en œuvre de l'environnement Big Data EMR</a:t>
            </a:r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695AECA2-FB55-25EF-25FB-5338F19DFC2A}"/>
              </a:ext>
            </a:extLst>
          </p:cNvPr>
          <p:cNvGrpSpPr/>
          <p:nvPr/>
        </p:nvGrpSpPr>
        <p:grpSpPr>
          <a:xfrm>
            <a:off x="5667375" y="2079812"/>
            <a:ext cx="5502648" cy="3290104"/>
            <a:chOff x="1173534" y="471300"/>
            <a:chExt cx="8128000" cy="5418667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CD900F3-EDE6-01B9-1D38-6926F6AB46C1}"/>
                </a:ext>
              </a:extLst>
            </p:cNvPr>
            <p:cNvSpPr/>
            <p:nvPr/>
          </p:nvSpPr>
          <p:spPr>
            <a:xfrm>
              <a:off x="2529840" y="1409700"/>
              <a:ext cx="2217420" cy="18211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D9A712DD-DAB9-508F-3C82-20AC8A9FB6EF}"/>
                </a:ext>
              </a:extLst>
            </p:cNvPr>
            <p:cNvGrpSpPr/>
            <p:nvPr/>
          </p:nvGrpSpPr>
          <p:grpSpPr>
            <a:xfrm>
              <a:off x="1173534" y="471300"/>
              <a:ext cx="8128000" cy="5418667"/>
              <a:chOff x="1152525" y="471301"/>
              <a:chExt cx="8128000" cy="5418667"/>
            </a:xfrm>
          </p:grpSpPr>
          <p:graphicFrame>
            <p:nvGraphicFramePr>
              <p:cNvPr id="19" name="Diagramme 18">
                <a:extLst>
                  <a:ext uri="{FF2B5EF4-FFF2-40B4-BE49-F238E27FC236}">
                    <a16:creationId xmlns:a16="http://schemas.microsoft.com/office/drawing/2014/main" id="{DE4B6A3F-6D1F-D91B-0238-E88D99FED31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597357468"/>
                  </p:ext>
                </p:extLst>
              </p:nvPr>
            </p:nvGraphicFramePr>
            <p:xfrm>
              <a:off x="1152525" y="471301"/>
              <a:ext cx="8128000" cy="541866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  <p:cxnSp>
            <p:nvCxnSpPr>
              <p:cNvPr id="35" name="Connecteur droit 34">
                <a:extLst>
                  <a:ext uri="{FF2B5EF4-FFF2-40B4-BE49-F238E27FC236}">
                    <a16:creationId xmlns:a16="http://schemas.microsoft.com/office/drawing/2014/main" id="{981FE7A2-F25C-810A-6A0D-C576EB3A60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40090" y="3097493"/>
                <a:ext cx="0" cy="180626"/>
              </a:xfrm>
              <a:prstGeom prst="line">
                <a:avLst/>
              </a:prstGeom>
              <a:ln w="190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FCE04AEA-1532-A6E6-7ABB-3E7506A1081B}"/>
                </a:ext>
              </a:extLst>
            </p:cNvPr>
            <p:cNvGrpSpPr/>
            <p:nvPr/>
          </p:nvGrpSpPr>
          <p:grpSpPr>
            <a:xfrm>
              <a:off x="3310999" y="1656662"/>
              <a:ext cx="3867152" cy="3277288"/>
              <a:chOff x="3296974" y="1656662"/>
              <a:chExt cx="3867152" cy="3277288"/>
            </a:xfrm>
          </p:grpSpPr>
          <p:cxnSp>
            <p:nvCxnSpPr>
              <p:cNvPr id="21" name="Connecteur droit 20">
                <a:extLst>
                  <a:ext uri="{FF2B5EF4-FFF2-40B4-BE49-F238E27FC236}">
                    <a16:creationId xmlns:a16="http://schemas.microsoft.com/office/drawing/2014/main" id="{75E35B4B-A569-53FA-1028-72E049707E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11055" y="2604372"/>
                <a:ext cx="3853071" cy="563708"/>
              </a:xfrm>
              <a:prstGeom prst="line">
                <a:avLst/>
              </a:prstGeom>
              <a:ln w="190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necteur droit 21">
                <a:extLst>
                  <a:ext uri="{FF2B5EF4-FFF2-40B4-BE49-F238E27FC236}">
                    <a16:creationId xmlns:a16="http://schemas.microsoft.com/office/drawing/2014/main" id="{86AFDBE9-FDA1-7632-0B61-3628531BED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96974" y="3180634"/>
                <a:ext cx="3853071" cy="588527"/>
              </a:xfrm>
              <a:prstGeom prst="line">
                <a:avLst/>
              </a:prstGeom>
              <a:ln w="190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necteur droit 29">
                <a:extLst>
                  <a:ext uri="{FF2B5EF4-FFF2-40B4-BE49-F238E27FC236}">
                    <a16:creationId xmlns:a16="http://schemas.microsoft.com/office/drawing/2014/main" id="{A2CF956A-D086-98D6-EAA8-78397DA244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86500" y="2604372"/>
                <a:ext cx="863545" cy="2329578"/>
              </a:xfrm>
              <a:prstGeom prst="line">
                <a:avLst/>
              </a:prstGeom>
              <a:ln w="190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Connecteur droit 6">
                <a:extLst>
                  <a:ext uri="{FF2B5EF4-FFF2-40B4-BE49-F238E27FC236}">
                    <a16:creationId xmlns:a16="http://schemas.microsoft.com/office/drawing/2014/main" id="{3165111E-0EDA-264D-D10F-A20EFBAE29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5668" y="1656662"/>
                <a:ext cx="854377" cy="2033259"/>
              </a:xfrm>
              <a:prstGeom prst="line">
                <a:avLst/>
              </a:prstGeom>
              <a:ln w="190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8" name="ZoneTexte 27">
            <a:extLst>
              <a:ext uri="{FF2B5EF4-FFF2-40B4-BE49-F238E27FC236}">
                <a16:creationId xmlns:a16="http://schemas.microsoft.com/office/drawing/2014/main" id="{9FB19D10-2231-1E4A-A478-2E2477E2B31A}"/>
              </a:ext>
            </a:extLst>
          </p:cNvPr>
          <p:cNvSpPr txBox="1"/>
          <p:nvPr/>
        </p:nvSpPr>
        <p:spPr>
          <a:xfrm>
            <a:off x="394906" y="2590547"/>
            <a:ext cx="4867275" cy="2268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fr-F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Choix des applications (Spark, </a:t>
            </a:r>
            <a:r>
              <a:rPr lang="fr-FR" sz="1600" dirty="0" err="1"/>
              <a:t>JupyterLab</a:t>
            </a:r>
            <a:r>
              <a:rPr lang="fr-FR" sz="1600" dirty="0"/>
              <a:t>, </a:t>
            </a:r>
            <a:r>
              <a:rPr lang="fr-FR" sz="1600" dirty="0" err="1"/>
              <a:t>Livy</a:t>
            </a:r>
            <a:r>
              <a:rPr lang="fr-FR" sz="16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Actions d'amorçage (Bootstrap Actions)</a:t>
            </a:r>
          </a:p>
          <a:p>
            <a:pPr>
              <a:lnSpc>
                <a:spcPct val="150000"/>
              </a:lnSpc>
            </a:pPr>
            <a:r>
              <a:rPr lang="fr-FR" sz="1600" dirty="0"/>
              <a:t>	 </a:t>
            </a:r>
            <a:r>
              <a:rPr lang="fr-FR" sz="1600" dirty="0">
                <a:latin typeface="Aptos" panose="020B0004020202020204" pitchFamily="34" charset="0"/>
              </a:rPr>
              <a:t>→ </a:t>
            </a:r>
            <a:r>
              <a:rPr lang="fr-FR" sz="1600" dirty="0"/>
              <a:t>personnalisation, installation des logiciels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Configuration de sécurité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1600" dirty="0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FB4784FC-FB2F-C23F-F459-B31CC7CE192E}"/>
              </a:ext>
            </a:extLst>
          </p:cNvPr>
          <p:cNvGrpSpPr/>
          <p:nvPr/>
        </p:nvGrpSpPr>
        <p:grpSpPr>
          <a:xfrm>
            <a:off x="602877" y="1212310"/>
            <a:ext cx="4867275" cy="646331"/>
            <a:chOff x="3002287" y="1120411"/>
            <a:chExt cx="4867275" cy="646331"/>
          </a:xfrm>
        </p:grpSpPr>
        <p:pic>
          <p:nvPicPr>
            <p:cNvPr id="3" name="Picture 4">
              <a:extLst>
                <a:ext uri="{FF2B5EF4-FFF2-40B4-BE49-F238E27FC236}">
                  <a16:creationId xmlns:a16="http://schemas.microsoft.com/office/drawing/2014/main" id="{1718B6C8-1B2D-76E1-FA79-A697E281C5A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66" r="1200" b="2466"/>
            <a:stretch/>
          </p:blipFill>
          <p:spPr bwMode="auto">
            <a:xfrm>
              <a:off x="3428085" y="1131595"/>
              <a:ext cx="623962" cy="623962"/>
            </a:xfrm>
            <a:prstGeom prst="rect">
              <a:avLst/>
            </a:prstGeom>
            <a:noFill/>
            <a:effectLst>
              <a:softEdge rad="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43DF22D0-FAFB-6B88-57FE-A607568930F4}"/>
                </a:ext>
              </a:extLst>
            </p:cNvPr>
            <p:cNvSpPr txBox="1"/>
            <p:nvPr/>
          </p:nvSpPr>
          <p:spPr>
            <a:xfrm>
              <a:off x="3002287" y="1120411"/>
              <a:ext cx="48672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dirty="0"/>
                <a:t>Création de cluster EMR</a:t>
              </a:r>
            </a:p>
            <a:p>
              <a:pPr algn="ctr"/>
              <a:r>
                <a:rPr lang="fr-FR" b="1" dirty="0"/>
                <a:t>(</a:t>
              </a:r>
              <a:r>
                <a:rPr lang="fr-FR" b="1" dirty="0" err="1"/>
                <a:t>Elastic</a:t>
              </a:r>
              <a:r>
                <a:rPr lang="fr-FR" b="1" dirty="0"/>
                <a:t> </a:t>
              </a:r>
              <a:r>
                <a:rPr lang="fr-FR" b="1" dirty="0" err="1"/>
                <a:t>Map</a:t>
              </a:r>
              <a:r>
                <a:rPr lang="fr-FR" b="1" dirty="0"/>
                <a:t> </a:t>
              </a:r>
              <a:r>
                <a:rPr lang="fr-FR" b="1" dirty="0" err="1"/>
                <a:t>Reduce</a:t>
              </a:r>
              <a:r>
                <a:rPr lang="fr-FR" b="1" dirty="0"/>
                <a:t>)</a:t>
              </a:r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3883744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2">
            <a:extLst>
              <a:ext uri="{FF2B5EF4-FFF2-40B4-BE49-F238E27FC236}">
                <a16:creationId xmlns:a16="http://schemas.microsoft.com/office/drawing/2014/main" id="{986D1EEA-1065-F619-8779-963CD22D0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85763"/>
            <a:ext cx="10363200" cy="44767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3. </a:t>
            </a:r>
            <a:r>
              <a:rPr lang="fr-FR" sz="240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Environnement </a:t>
            </a:r>
            <a:r>
              <a:rPr lang="fr-FR" sz="2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Big Data</a:t>
            </a:r>
            <a:endParaRPr lang="fr-FR" sz="24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40E37C5-521B-5778-516B-611D3AA16D9A}"/>
              </a:ext>
            </a:extLst>
          </p:cNvPr>
          <p:cNvSpPr txBox="1"/>
          <p:nvPr/>
        </p:nvSpPr>
        <p:spPr>
          <a:xfrm>
            <a:off x="4590662" y="424934"/>
            <a:ext cx="4823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Mise en œuvre de l'environnement Big Data EMR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8DCE8C65-6A21-FC84-BD36-96B55E795FD8}"/>
              </a:ext>
            </a:extLst>
          </p:cNvPr>
          <p:cNvSpPr txBox="1"/>
          <p:nvPr/>
        </p:nvSpPr>
        <p:spPr>
          <a:xfrm>
            <a:off x="1662393" y="1284501"/>
            <a:ext cx="4000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Création d'EMR Studio + Workspace</a:t>
            </a:r>
          </a:p>
        </p:txBody>
      </p:sp>
      <p:pic>
        <p:nvPicPr>
          <p:cNvPr id="46" name="Image 45">
            <a:extLst>
              <a:ext uri="{FF2B5EF4-FFF2-40B4-BE49-F238E27FC236}">
                <a16:creationId xmlns:a16="http://schemas.microsoft.com/office/drawing/2014/main" id="{C57B3633-F8F6-DE22-4FB8-35CEF15A6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2474229"/>
            <a:ext cx="11258550" cy="1410760"/>
          </a:xfrm>
          <a:prstGeom prst="rect">
            <a:avLst/>
          </a:prstGeom>
        </p:spPr>
      </p:pic>
      <p:graphicFrame>
        <p:nvGraphicFramePr>
          <p:cNvPr id="47" name="Diagramme 46">
            <a:extLst>
              <a:ext uri="{FF2B5EF4-FFF2-40B4-BE49-F238E27FC236}">
                <a16:creationId xmlns:a16="http://schemas.microsoft.com/office/drawing/2014/main" id="{01199B56-5E4C-7E0F-CA82-17726C8A77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7838402"/>
              </p:ext>
            </p:extLst>
          </p:nvPr>
        </p:nvGraphicFramePr>
        <p:xfrm>
          <a:off x="2282825" y="4184429"/>
          <a:ext cx="7378699" cy="20694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Image 3">
            <a:extLst>
              <a:ext uri="{FF2B5EF4-FFF2-40B4-BE49-F238E27FC236}">
                <a16:creationId xmlns:a16="http://schemas.microsoft.com/office/drawing/2014/main" id="{6D2E368C-7E8C-3C15-63BD-B6D6BB4469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5876" y="1178083"/>
            <a:ext cx="685896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123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2">
            <a:extLst>
              <a:ext uri="{FF2B5EF4-FFF2-40B4-BE49-F238E27FC236}">
                <a16:creationId xmlns:a16="http://schemas.microsoft.com/office/drawing/2014/main" id="{986D1EEA-1065-F619-8779-963CD22D0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85763"/>
            <a:ext cx="10363200" cy="44767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3. </a:t>
            </a:r>
            <a:r>
              <a:rPr lang="fr-FR" sz="240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Environnement </a:t>
            </a:r>
            <a:r>
              <a:rPr lang="fr-FR" sz="2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Big Data</a:t>
            </a:r>
            <a:endParaRPr lang="fr-FR" sz="2400" dirty="0"/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E72C1EED-5869-6E5B-D8AA-34B6865510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4855209"/>
              </p:ext>
            </p:extLst>
          </p:nvPr>
        </p:nvGraphicFramePr>
        <p:xfrm>
          <a:off x="6096000" y="1947678"/>
          <a:ext cx="5049184" cy="37560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9" name="Groupe 8">
            <a:extLst>
              <a:ext uri="{FF2B5EF4-FFF2-40B4-BE49-F238E27FC236}">
                <a16:creationId xmlns:a16="http://schemas.microsoft.com/office/drawing/2014/main" id="{9D6537D4-03E9-C843-7305-B8368F0E58BD}"/>
              </a:ext>
            </a:extLst>
          </p:cNvPr>
          <p:cNvGrpSpPr/>
          <p:nvPr/>
        </p:nvGrpSpPr>
        <p:grpSpPr>
          <a:xfrm>
            <a:off x="851298" y="3133227"/>
            <a:ext cx="5155963" cy="591545"/>
            <a:chOff x="3497582" y="1255684"/>
            <a:chExt cx="5123009" cy="616224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89F1D876-45D1-6BB1-92D5-2602CA30F1F2}"/>
                </a:ext>
              </a:extLst>
            </p:cNvPr>
            <p:cNvSpPr txBox="1"/>
            <p:nvPr/>
          </p:nvSpPr>
          <p:spPr>
            <a:xfrm>
              <a:off x="3924766" y="1380873"/>
              <a:ext cx="46958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dirty="0"/>
                <a:t>Chaîne de traitement des images</a:t>
              </a:r>
              <a:endParaRPr lang="fr-FR" sz="1800" b="1" dirty="0">
                <a:solidFill>
                  <a:schemeClr val="tx1"/>
                </a:solidFill>
              </a:endParaRPr>
            </a:p>
          </p:txBody>
        </p:sp>
        <p:pic>
          <p:nvPicPr>
            <p:cNvPr id="3" name="Picture 2" descr="Mastering PySpark: A Guide to Big Data in Python | Python in Plain English">
              <a:extLst>
                <a:ext uri="{FF2B5EF4-FFF2-40B4-BE49-F238E27FC236}">
                  <a16:creationId xmlns:a16="http://schemas.microsoft.com/office/drawing/2014/main" id="{E784CBD8-BDCF-FC87-728B-4F2ED2CB06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7582" y="1255684"/>
              <a:ext cx="1093080" cy="6162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ZoneTexte 6">
            <a:extLst>
              <a:ext uri="{FF2B5EF4-FFF2-40B4-BE49-F238E27FC236}">
                <a16:creationId xmlns:a16="http://schemas.microsoft.com/office/drawing/2014/main" id="{CEFAE06E-0D6E-F599-662A-5AE37DA2126F}"/>
              </a:ext>
            </a:extLst>
          </p:cNvPr>
          <p:cNvSpPr txBox="1"/>
          <p:nvPr/>
        </p:nvSpPr>
        <p:spPr>
          <a:xfrm>
            <a:off x="4590662" y="424934"/>
            <a:ext cx="4823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Mise en œuvre de l'environnement Big Data EMR</a:t>
            </a:r>
          </a:p>
        </p:txBody>
      </p:sp>
    </p:spTree>
    <p:extLst>
      <p:ext uri="{BB962C8B-B14F-4D97-AF65-F5344CB8AC3E}">
        <p14:creationId xmlns:p14="http://schemas.microsoft.com/office/powerpoint/2010/main" val="2929010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2">
            <a:extLst>
              <a:ext uri="{FF2B5EF4-FFF2-40B4-BE49-F238E27FC236}">
                <a16:creationId xmlns:a16="http://schemas.microsoft.com/office/drawing/2014/main" id="{986D1EEA-1065-F619-8779-963CD22D0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85763"/>
            <a:ext cx="10363200" cy="44767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3. </a:t>
            </a:r>
            <a:r>
              <a:rPr lang="fr-FR" sz="240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Environnement </a:t>
            </a:r>
            <a:r>
              <a:rPr lang="fr-FR" sz="2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Big Data</a:t>
            </a:r>
            <a:endParaRPr lang="fr-FR" sz="24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40E37C5-521B-5778-516B-611D3AA16D9A}"/>
              </a:ext>
            </a:extLst>
          </p:cNvPr>
          <p:cNvSpPr txBox="1"/>
          <p:nvPr/>
        </p:nvSpPr>
        <p:spPr>
          <a:xfrm>
            <a:off x="4590662" y="424934"/>
            <a:ext cx="4823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Mise en œuvre de l'environnement Big Data EMR</a:t>
            </a:r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E72C1EED-5869-6E5B-D8AA-34B6865510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7323615"/>
              </p:ext>
            </p:extLst>
          </p:nvPr>
        </p:nvGraphicFramePr>
        <p:xfrm>
          <a:off x="148722" y="1185047"/>
          <a:ext cx="2218802" cy="2662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89F1D876-45D1-6BB1-92D5-2602CA30F1F2}"/>
              </a:ext>
            </a:extLst>
          </p:cNvPr>
          <p:cNvSpPr txBox="1"/>
          <p:nvPr/>
        </p:nvSpPr>
        <p:spPr>
          <a:xfrm>
            <a:off x="5128651" y="1000381"/>
            <a:ext cx="4695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Chaîne de traitement des images</a:t>
            </a:r>
            <a:endParaRPr lang="fr-FR" sz="1800" b="1" dirty="0">
              <a:solidFill>
                <a:schemeClr val="tx1"/>
              </a:solidFill>
            </a:endParaRPr>
          </a:p>
        </p:txBody>
      </p:sp>
      <p:pic>
        <p:nvPicPr>
          <p:cNvPr id="3" name="Picture 2" descr="Mastering PySpark: A Guide to Big Data in Python | Python in Plain English">
            <a:extLst>
              <a:ext uri="{FF2B5EF4-FFF2-40B4-BE49-F238E27FC236}">
                <a16:creationId xmlns:a16="http://schemas.microsoft.com/office/drawing/2014/main" id="{E784CBD8-BDCF-FC87-728B-4F2ED2CB0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647" y="876935"/>
            <a:ext cx="1093080" cy="6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Spark Architecture: The Backbone of Distributed Computing | SpringSoft,  Where Innovation Meets Excellence">
            <a:extLst>
              <a:ext uri="{FF2B5EF4-FFF2-40B4-BE49-F238E27FC236}">
                <a16:creationId xmlns:a16="http://schemas.microsoft.com/office/drawing/2014/main" id="{081923A4-B998-E778-5B9C-E5F8A9EBE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1424" y="1783549"/>
            <a:ext cx="4056529" cy="4056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EFAD84B-2393-BB73-3D80-7905F4E35DDB}"/>
              </a:ext>
            </a:extLst>
          </p:cNvPr>
          <p:cNvSpPr txBox="1"/>
          <p:nvPr/>
        </p:nvSpPr>
        <p:spPr>
          <a:xfrm>
            <a:off x="3577757" y="3211648"/>
            <a:ext cx="31017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Lecture par Spark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Répartition automatique des images entre les partitions du cluster.</a:t>
            </a:r>
          </a:p>
        </p:txBody>
      </p:sp>
    </p:spTree>
    <p:extLst>
      <p:ext uri="{BB962C8B-B14F-4D97-AF65-F5344CB8AC3E}">
        <p14:creationId xmlns:p14="http://schemas.microsoft.com/office/powerpoint/2010/main" val="3884010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2">
            <a:extLst>
              <a:ext uri="{FF2B5EF4-FFF2-40B4-BE49-F238E27FC236}">
                <a16:creationId xmlns:a16="http://schemas.microsoft.com/office/drawing/2014/main" id="{986D1EEA-1065-F619-8779-963CD22D0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85763"/>
            <a:ext cx="10363200" cy="44767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3. </a:t>
            </a:r>
            <a:r>
              <a:rPr lang="fr-FR" sz="240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Environnement </a:t>
            </a:r>
            <a:r>
              <a:rPr lang="fr-FR" sz="2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Big Data</a:t>
            </a:r>
            <a:endParaRPr lang="fr-FR" sz="2400" dirty="0"/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E72C1EED-5869-6E5B-D8AA-34B6865510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3670520"/>
              </p:ext>
            </p:extLst>
          </p:nvPr>
        </p:nvGraphicFramePr>
        <p:xfrm>
          <a:off x="380962" y="2097528"/>
          <a:ext cx="2218802" cy="2662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" name="Groupe 1">
            <a:extLst>
              <a:ext uri="{FF2B5EF4-FFF2-40B4-BE49-F238E27FC236}">
                <a16:creationId xmlns:a16="http://schemas.microsoft.com/office/drawing/2014/main" id="{24BE71F9-426F-705F-85B6-C1553C55762D}"/>
              </a:ext>
            </a:extLst>
          </p:cNvPr>
          <p:cNvGrpSpPr/>
          <p:nvPr/>
        </p:nvGrpSpPr>
        <p:grpSpPr>
          <a:xfrm>
            <a:off x="6273360" y="301488"/>
            <a:ext cx="5242365" cy="616224"/>
            <a:chOff x="4804153" y="393019"/>
            <a:chExt cx="5242365" cy="616224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89F1D876-45D1-6BB1-92D5-2602CA30F1F2}"/>
                </a:ext>
              </a:extLst>
            </p:cNvPr>
            <p:cNvSpPr txBox="1"/>
            <p:nvPr/>
          </p:nvSpPr>
          <p:spPr>
            <a:xfrm>
              <a:off x="5350693" y="516465"/>
              <a:ext cx="46958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dirty="0"/>
                <a:t>Chaîne de traitement des images</a:t>
              </a:r>
              <a:endParaRPr lang="fr-FR" sz="1800" b="1" dirty="0">
                <a:solidFill>
                  <a:schemeClr val="tx1"/>
                </a:solidFill>
              </a:endParaRPr>
            </a:p>
          </p:txBody>
        </p:sp>
        <p:pic>
          <p:nvPicPr>
            <p:cNvPr id="3" name="Picture 2" descr="Mastering PySpark: A Guide to Big Data in Python | Python in Plain English">
              <a:extLst>
                <a:ext uri="{FF2B5EF4-FFF2-40B4-BE49-F238E27FC236}">
                  <a16:creationId xmlns:a16="http://schemas.microsoft.com/office/drawing/2014/main" id="{E784CBD8-BDCF-FC87-728B-4F2ED2CB06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4153" y="393019"/>
              <a:ext cx="1093080" cy="6162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687CA5D3-A648-9940-3ED4-B76ADD68A0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6720410"/>
              </p:ext>
            </p:extLst>
          </p:nvPr>
        </p:nvGraphicFramePr>
        <p:xfrm>
          <a:off x="6471654" y="1138252"/>
          <a:ext cx="4567821" cy="538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277340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2">
            <a:extLst>
              <a:ext uri="{FF2B5EF4-FFF2-40B4-BE49-F238E27FC236}">
                <a16:creationId xmlns:a16="http://schemas.microsoft.com/office/drawing/2014/main" id="{986D1EEA-1065-F619-8779-963CD22D0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85763"/>
            <a:ext cx="10363200" cy="44767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3. </a:t>
            </a:r>
            <a:r>
              <a:rPr lang="fr-FR" sz="240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Environnement </a:t>
            </a:r>
            <a:r>
              <a:rPr lang="fr-FR" sz="2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Big Data</a:t>
            </a:r>
            <a:endParaRPr lang="fr-FR" sz="2400" dirty="0"/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E72C1EED-5869-6E5B-D8AA-34B6865510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7088467"/>
              </p:ext>
            </p:extLst>
          </p:nvPr>
        </p:nvGraphicFramePr>
        <p:xfrm>
          <a:off x="576067" y="2097528"/>
          <a:ext cx="2218802" cy="2662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Diagramme 8">
            <a:extLst>
              <a:ext uri="{FF2B5EF4-FFF2-40B4-BE49-F238E27FC236}">
                <a16:creationId xmlns:a16="http://schemas.microsoft.com/office/drawing/2014/main" id="{5C1DF1D5-AB73-2502-BE8C-A0333D8AA4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282083"/>
              </p:ext>
            </p:extLst>
          </p:nvPr>
        </p:nvGraphicFramePr>
        <p:xfrm>
          <a:off x="4656254" y="1186352"/>
          <a:ext cx="5900891" cy="1501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10" name="Groupe 9">
            <a:extLst>
              <a:ext uri="{FF2B5EF4-FFF2-40B4-BE49-F238E27FC236}">
                <a16:creationId xmlns:a16="http://schemas.microsoft.com/office/drawing/2014/main" id="{880039EF-D5FD-73FA-4A51-A7CE98891C4E}"/>
              </a:ext>
            </a:extLst>
          </p:cNvPr>
          <p:cNvGrpSpPr/>
          <p:nvPr/>
        </p:nvGrpSpPr>
        <p:grpSpPr>
          <a:xfrm>
            <a:off x="6180763" y="393019"/>
            <a:ext cx="5242365" cy="616224"/>
            <a:chOff x="4804153" y="393019"/>
            <a:chExt cx="5242365" cy="616224"/>
          </a:xfrm>
        </p:grpSpPr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C0E48E4C-FA52-034B-FB1C-6554A39621F0}"/>
                </a:ext>
              </a:extLst>
            </p:cNvPr>
            <p:cNvSpPr txBox="1"/>
            <p:nvPr/>
          </p:nvSpPr>
          <p:spPr>
            <a:xfrm>
              <a:off x="5350693" y="516465"/>
              <a:ext cx="46958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dirty="0"/>
                <a:t>Chaîne de traitement des images</a:t>
              </a:r>
              <a:endParaRPr lang="fr-FR" sz="1800" b="1" dirty="0">
                <a:solidFill>
                  <a:schemeClr val="tx1"/>
                </a:solidFill>
              </a:endParaRPr>
            </a:p>
          </p:txBody>
        </p:sp>
        <p:pic>
          <p:nvPicPr>
            <p:cNvPr id="12" name="Picture 2" descr="Mastering PySpark: A Guide to Big Data in Python | Python in Plain English">
              <a:extLst>
                <a:ext uri="{FF2B5EF4-FFF2-40B4-BE49-F238E27FC236}">
                  <a16:creationId xmlns:a16="http://schemas.microsoft.com/office/drawing/2014/main" id="{80DFEBB6-FD21-4AEC-0964-AE7332DCC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4153" y="393019"/>
              <a:ext cx="1093080" cy="6162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4DACE46A-0E79-8CF6-0B07-12696710FA8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8695" y="2863282"/>
            <a:ext cx="8536011" cy="379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576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2">
            <a:extLst>
              <a:ext uri="{FF2B5EF4-FFF2-40B4-BE49-F238E27FC236}">
                <a16:creationId xmlns:a16="http://schemas.microsoft.com/office/drawing/2014/main" id="{986D1EEA-1065-F619-8779-963CD22D0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85763"/>
            <a:ext cx="10363200" cy="44767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3. </a:t>
            </a:r>
            <a:r>
              <a:rPr lang="fr-FR" sz="240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Environnement </a:t>
            </a:r>
            <a:r>
              <a:rPr lang="fr-FR" sz="2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Big Data</a:t>
            </a:r>
            <a:endParaRPr lang="fr-FR" sz="2400" dirty="0"/>
          </a:p>
        </p:txBody>
      </p:sp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BEA8293C-7A37-0A54-6D30-CF254C4E0F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9938062"/>
              </p:ext>
            </p:extLst>
          </p:nvPr>
        </p:nvGraphicFramePr>
        <p:xfrm>
          <a:off x="4524188" y="1149973"/>
          <a:ext cx="6027271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 descr="Qu'est-ce qu'un Traitement de Données Personnelles ? | Comprendre le RGPD |  Mirobolus">
            <a:extLst>
              <a:ext uri="{FF2B5EF4-FFF2-40B4-BE49-F238E27FC236}">
                <a16:creationId xmlns:a16="http://schemas.microsoft.com/office/drawing/2014/main" id="{5D7D5DF3-4897-2E7C-5DF5-D92BB5AC1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275" y="2085834"/>
            <a:ext cx="3745971" cy="268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4667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2">
            <a:extLst>
              <a:ext uri="{FF2B5EF4-FFF2-40B4-BE49-F238E27FC236}">
                <a16:creationId xmlns:a16="http://schemas.microsoft.com/office/drawing/2014/main" id="{E9BBACFB-B999-10A4-C8ED-267E9D9E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85763"/>
            <a:ext cx="10363200" cy="4476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5. </a:t>
            </a:r>
            <a:r>
              <a:rPr lang="fr-FR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Conclusion</a:t>
            </a:r>
            <a:endParaRPr lang="fr-FR" sz="2400" dirty="0"/>
          </a:p>
        </p:txBody>
      </p:sp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E71DA30E-65C8-4711-8CF7-EC50DFD082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0714366"/>
              </p:ext>
            </p:extLst>
          </p:nvPr>
        </p:nvGraphicFramePr>
        <p:xfrm>
          <a:off x="407807" y="1869459"/>
          <a:ext cx="5614366" cy="41608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76730FBB-EEDF-E33C-097B-AD27B2ED8A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7931475"/>
              </p:ext>
            </p:extLst>
          </p:nvPr>
        </p:nvGraphicFramePr>
        <p:xfrm>
          <a:off x="6933437" y="1553798"/>
          <a:ext cx="4809923" cy="43349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1" name="ZoneTexte 10">
            <a:extLst>
              <a:ext uri="{FF2B5EF4-FFF2-40B4-BE49-F238E27FC236}">
                <a16:creationId xmlns:a16="http://schemas.microsoft.com/office/drawing/2014/main" id="{1B5A45B2-A031-9683-2DC0-0D3666601BC0}"/>
              </a:ext>
            </a:extLst>
          </p:cNvPr>
          <p:cNvSpPr txBox="1"/>
          <p:nvPr/>
        </p:nvSpPr>
        <p:spPr>
          <a:xfrm>
            <a:off x="7963382" y="1073767"/>
            <a:ext cx="2326512" cy="369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Axe d’amélioration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C829312C-6789-8D7B-A0EF-5BC49F56D6B0}"/>
              </a:ext>
            </a:extLst>
          </p:cNvPr>
          <p:cNvCxnSpPr>
            <a:cxnSpLocks/>
          </p:cNvCxnSpPr>
          <p:nvPr/>
        </p:nvCxnSpPr>
        <p:spPr>
          <a:xfrm>
            <a:off x="6389225" y="833438"/>
            <a:ext cx="0" cy="57757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Graphique 15" descr="Coche avec un remplissage uni">
            <a:extLst>
              <a:ext uri="{FF2B5EF4-FFF2-40B4-BE49-F238E27FC236}">
                <a16:creationId xmlns:a16="http://schemas.microsoft.com/office/drawing/2014/main" id="{EA3337B4-79C9-7CFE-9BC5-7553225B119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3003" y="1055269"/>
            <a:ext cx="592358" cy="59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490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903C10-B332-5D49-A349-70DBD4F16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8DF9B6-A418-F1FC-96FF-40FF33E30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85588"/>
            <a:ext cx="10515600" cy="686824"/>
          </a:xfrm>
        </p:spPr>
        <p:txBody>
          <a:bodyPr>
            <a:noAutofit/>
          </a:bodyPr>
          <a:lstStyle/>
          <a:p>
            <a:pPr algn="ctr"/>
            <a:r>
              <a:rPr lang="fr-FR" sz="7200" dirty="0"/>
              <a:t>Merci</a:t>
            </a:r>
          </a:p>
        </p:txBody>
      </p:sp>
      <p:pic>
        <p:nvPicPr>
          <p:cNvPr id="3" name="Picture 6" descr="OpenClassrooms | Observatoire des Sociétés à Mission">
            <a:extLst>
              <a:ext uri="{FF2B5EF4-FFF2-40B4-BE49-F238E27FC236}">
                <a16:creationId xmlns:a16="http://schemas.microsoft.com/office/drawing/2014/main" id="{847318EB-23E4-6196-94A2-E3BCBE7CC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9513" y="5670551"/>
            <a:ext cx="1843087" cy="104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56653A-29E5-A3AF-5B37-441C3C82C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Projet</a:t>
            </a:r>
            <a:r>
              <a:rPr lang="en-US" dirty="0"/>
              <a:t> 8 </a:t>
            </a:r>
            <a:r>
              <a:rPr lang="en-US" dirty="0" err="1"/>
              <a:t>Openclassrooms</a:t>
            </a:r>
            <a:r>
              <a:rPr lang="en-US" dirty="0"/>
              <a:t> :  Steeve OTTO 05/2026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74287902"/>
      </p:ext>
    </p:extLst>
  </p:cSld>
  <p:clrMapOvr>
    <a:masterClrMapping/>
  </p:clrMapOvr>
</p:sld>
</file>

<file path=ppt/theme/theme1.xml><?xml version="1.0" encoding="utf-8"?>
<a:theme xmlns:a="http://schemas.openxmlformats.org/drawingml/2006/main" name="Ronds dans l’eau">
  <a:themeElements>
    <a:clrScheme name="Ronds dans l’eau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Ronds dans l’eau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onds dans l’eau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Terra">
  <a:themeElements>
    <a:clrScheme name="Custom 260">
      <a:dk1>
        <a:sysClr val="windowText" lastClr="000000"/>
      </a:dk1>
      <a:lt1>
        <a:sysClr val="window" lastClr="FFFFFF"/>
      </a:lt1>
      <a:dk2>
        <a:srgbClr val="374151"/>
      </a:dk2>
      <a:lt2>
        <a:srgbClr val="E8E8E8"/>
      </a:lt2>
      <a:accent1>
        <a:srgbClr val="374151"/>
      </a:accent1>
      <a:accent2>
        <a:srgbClr val="6B7280"/>
      </a:accent2>
      <a:accent3>
        <a:srgbClr val="9CA3AF"/>
      </a:accent3>
      <a:accent4>
        <a:srgbClr val="F3F4F6"/>
      </a:accent4>
      <a:accent5>
        <a:srgbClr val="22D3EE"/>
      </a:accent5>
      <a:accent6>
        <a:srgbClr val="6E7889"/>
      </a:accent6>
      <a:hlink>
        <a:srgbClr val="467886"/>
      </a:hlink>
      <a:folHlink>
        <a:srgbClr val="96607D"/>
      </a:folHlink>
    </a:clrScheme>
    <a:fontScheme name="Custom 121">
      <a:majorFont>
        <a:latin typeface="Segoe U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21E4F083-DC94-421D-8D41-FF2E73C4C7A6}">
  <we:reference id="wa200005566" version="3.0.0.2" store="en-US" storeType="OMEX"/>
  <we:alternateReferences>
    <we:reference id="wa200005566" version="3.0.0.2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905504E-2B41-4544-9A8C-DAB093021BC3}">
  <we:reference id="wa200005669" version="2.0.0.0" store="fr-FR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295283</TotalTime>
  <Words>920</Words>
  <Application>Microsoft Office PowerPoint</Application>
  <PresentationFormat>Grand écran</PresentationFormat>
  <Paragraphs>162</Paragraphs>
  <Slides>15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15</vt:i4>
      </vt:variant>
    </vt:vector>
  </HeadingPairs>
  <TitlesOfParts>
    <vt:vector size="25" baseType="lpstr">
      <vt:lpstr>Aptos</vt:lpstr>
      <vt:lpstr>Arial</vt:lpstr>
      <vt:lpstr>Calibri</vt:lpstr>
      <vt:lpstr>Crimson Pro Semi Bold</vt:lpstr>
      <vt:lpstr>Segoe UI</vt:lpstr>
      <vt:lpstr>Tw Cen MT</vt:lpstr>
      <vt:lpstr>Twentieth Century</vt:lpstr>
      <vt:lpstr>Wingdings</vt:lpstr>
      <vt:lpstr>Ronds dans l’eau</vt:lpstr>
      <vt:lpstr>Terra</vt:lpstr>
      <vt:lpstr>Réalisez un traitement dans un environnement Big Data sur le Cloud</vt:lpstr>
      <vt:lpstr>Présentation PowerPoint</vt:lpstr>
      <vt:lpstr>1. Contexte et Objectifs</vt:lpstr>
      <vt:lpstr>2. Présentation du jeu de données</vt:lpstr>
      <vt:lpstr>3. Environnement Big Data</vt:lpstr>
      <vt:lpstr>3. Environnement Big Data</vt:lpstr>
      <vt:lpstr>3. Environnement Big Data</vt:lpstr>
      <vt:lpstr>3. Environnement Big Data</vt:lpstr>
      <vt:lpstr>3. Environnement Big Data</vt:lpstr>
      <vt:lpstr>3. Environnement Big Data</vt:lpstr>
      <vt:lpstr>3. Environnement Big Data</vt:lpstr>
      <vt:lpstr>3. Environnement Big Data</vt:lpstr>
      <vt:lpstr>3. Environnement Big Data</vt:lpstr>
      <vt:lpstr>5. Conclusion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steeve otto</dc:creator>
  <cp:lastModifiedBy>steeve otto</cp:lastModifiedBy>
  <cp:revision>79</cp:revision>
  <dcterms:created xsi:type="dcterms:W3CDTF">2025-02-17T12:54:54Z</dcterms:created>
  <dcterms:modified xsi:type="dcterms:W3CDTF">2026-08-03T08:43:40Z</dcterms:modified>
</cp:coreProperties>
</file>